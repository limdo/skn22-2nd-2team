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5" r:id="rId2"/>
    <p:sldId id="27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015BDA"/>
    <a:srgbClr val="51B77E"/>
    <a:srgbClr val="CE3F3F"/>
    <a:srgbClr val="2A6E6C"/>
    <a:srgbClr val="404040"/>
    <a:srgbClr val="FFFFFF"/>
    <a:srgbClr val="F0F0F0"/>
    <a:srgbClr val="A46DB0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DD66D-DBE8-4BE9-ACBD-F3D6BC7B5612}" v="1293" dt="2024-05-26T10:36:33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6242" autoAdjust="0"/>
  </p:normalViewPr>
  <p:slideViewPr>
    <p:cSldViewPr snapToGrid="0">
      <p:cViewPr>
        <p:scale>
          <a:sx n="75" d="100"/>
          <a:sy n="75" d="100"/>
        </p:scale>
        <p:origin x="-761" y="-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32" Type="http://schemas.microsoft.com/office/2015/10/relationships/revisionInfo" Target="revisionInfo.xml"/><Relationship Id="rId5" Type="http://schemas.openxmlformats.org/officeDocument/2006/relationships/presProps" Target="presProps.xml"/><Relationship Id="rId31" Type="http://schemas.microsoft.com/office/2016/11/relationships/changesInfo" Target="changesInfos/changesInfo1.xml"/><Relationship Id="rId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규빈" userId="b9d40a19-df1b-458f-86df-cd2cb0ed7b78" providerId="ADAL" clId="{C2EDD66D-DBE8-4BE9-ACBD-F3D6BC7B5612}"/>
    <pc:docChg chg="undo redo custSel addSld delSld modSld sldOrd">
      <pc:chgData name="이규빈" userId="b9d40a19-df1b-458f-86df-cd2cb0ed7b78" providerId="ADAL" clId="{C2EDD66D-DBE8-4BE9-ACBD-F3D6BC7B5612}" dt="2024-05-26T10:36:58.199" v="4571" actId="552"/>
      <pc:docMkLst>
        <pc:docMk/>
      </pc:docMkLst>
      <pc:sldChg chg="addSp delSp modSp mod">
        <pc:chgData name="이규빈" userId="b9d40a19-df1b-458f-86df-cd2cb0ed7b78" providerId="ADAL" clId="{C2EDD66D-DBE8-4BE9-ACBD-F3D6BC7B5612}" dt="2024-05-18T03:23:41.364" v="3419" actId="692"/>
        <pc:sldMkLst>
          <pc:docMk/>
          <pc:sldMk cId="3345737304" sldId="259"/>
        </pc:sldMkLst>
        <pc:spChg chg="add del">
          <ac:chgData name="이규빈" userId="b9d40a19-df1b-458f-86df-cd2cb0ed7b78" providerId="ADAL" clId="{C2EDD66D-DBE8-4BE9-ACBD-F3D6BC7B5612}" dt="2024-05-18T03:03:41.905" v="3112" actId="478"/>
          <ac:spMkLst>
            <pc:docMk/>
            <pc:sldMk cId="3345737304" sldId="259"/>
            <ac:spMk id="2" creationId="{E517660B-FD38-C410-5E07-AA34AA99A69E}"/>
          </ac:spMkLst>
        </pc:spChg>
        <pc:spChg chg="mod">
          <ac:chgData name="이규빈" userId="b9d40a19-df1b-458f-86df-cd2cb0ed7b78" providerId="ADAL" clId="{C2EDD66D-DBE8-4BE9-ACBD-F3D6BC7B5612}" dt="2024-05-18T03:17:35.479" v="3178" actId="1076"/>
          <ac:spMkLst>
            <pc:docMk/>
            <pc:sldMk cId="3345737304" sldId="259"/>
            <ac:spMk id="14" creationId="{A8837452-2CF2-2549-53E5-1742F30AC2CF}"/>
          </ac:spMkLst>
        </pc:spChg>
        <pc:spChg chg="add mod">
          <ac:chgData name="이규빈" userId="b9d40a19-df1b-458f-86df-cd2cb0ed7b78" providerId="ADAL" clId="{C2EDD66D-DBE8-4BE9-ACBD-F3D6BC7B5612}" dt="2024-05-18T03:23:11.469" v="3416" actId="1038"/>
          <ac:spMkLst>
            <pc:docMk/>
            <pc:sldMk cId="3345737304" sldId="259"/>
            <ac:spMk id="23" creationId="{33FC4DF5-089E-9FCA-73B0-3A1D419AE0CF}"/>
          </ac:spMkLst>
        </pc:spChg>
        <pc:spChg chg="add mod">
          <ac:chgData name="이규빈" userId="b9d40a19-df1b-458f-86df-cd2cb0ed7b78" providerId="ADAL" clId="{C2EDD66D-DBE8-4BE9-ACBD-F3D6BC7B5612}" dt="2024-05-18T03:23:04.654" v="3413" actId="1037"/>
          <ac:spMkLst>
            <pc:docMk/>
            <pc:sldMk cId="3345737304" sldId="259"/>
            <ac:spMk id="29" creationId="{3FB43B98-4E7F-B4A6-966F-959987017BC5}"/>
          </ac:spMkLst>
        </pc:spChg>
        <pc:picChg chg="add del mod">
          <ac:chgData name="이규빈" userId="b9d40a19-df1b-458f-86df-cd2cb0ed7b78" providerId="ADAL" clId="{C2EDD66D-DBE8-4BE9-ACBD-F3D6BC7B5612}" dt="2024-05-18T03:18:38.514" v="3196" actId="1076"/>
          <ac:picMkLst>
            <pc:docMk/>
            <pc:sldMk cId="3345737304" sldId="259"/>
            <ac:picMk id="5" creationId="{7F02F44F-5953-09D6-3451-3D7C00B3B448}"/>
          </ac:picMkLst>
        </pc:picChg>
        <pc:cxnChg chg="add mod">
          <ac:chgData name="이규빈" userId="b9d40a19-df1b-458f-86df-cd2cb0ed7b78" providerId="ADAL" clId="{C2EDD66D-DBE8-4BE9-ACBD-F3D6BC7B5612}" dt="2024-05-18T03:23:41.364" v="3419" actId="692"/>
          <ac:cxnSpMkLst>
            <pc:docMk/>
            <pc:sldMk cId="3345737304" sldId="259"/>
            <ac:cxnSpMk id="4" creationId="{46B6C1A2-23B8-10A4-9810-7BC6E394E4B8}"/>
          </ac:cxnSpMkLst>
        </pc:cxnChg>
        <pc:cxnChg chg="add del">
          <ac:chgData name="이규빈" userId="b9d40a19-df1b-458f-86df-cd2cb0ed7b78" providerId="ADAL" clId="{C2EDD66D-DBE8-4BE9-ACBD-F3D6BC7B5612}" dt="2024-05-18T03:03:39.873" v="3111" actId="478"/>
          <ac:cxnSpMkLst>
            <pc:docMk/>
            <pc:sldMk cId="3345737304" sldId="259"/>
            <ac:cxnSpMk id="8" creationId="{C79E68A1-828B-8A86-6427-2D931E9CF48C}"/>
          </ac:cxnSpMkLst>
        </pc:cxnChg>
        <pc:cxnChg chg="mod">
          <ac:chgData name="이규빈" userId="b9d40a19-df1b-458f-86df-cd2cb0ed7b78" providerId="ADAL" clId="{C2EDD66D-DBE8-4BE9-ACBD-F3D6BC7B5612}" dt="2024-05-18T03:18:48.784" v="3198" actId="14100"/>
          <ac:cxnSpMkLst>
            <pc:docMk/>
            <pc:sldMk cId="3345737304" sldId="259"/>
            <ac:cxnSpMk id="10" creationId="{C67AB57D-4CF8-B65C-FC4A-9EA7374C5773}"/>
          </ac:cxnSpMkLst>
        </pc:cxnChg>
        <pc:cxnChg chg="add mod">
          <ac:chgData name="이규빈" userId="b9d40a19-df1b-458f-86df-cd2cb0ed7b78" providerId="ADAL" clId="{C2EDD66D-DBE8-4BE9-ACBD-F3D6BC7B5612}" dt="2024-05-18T03:23:41.364" v="3419" actId="692"/>
          <ac:cxnSpMkLst>
            <pc:docMk/>
            <pc:sldMk cId="3345737304" sldId="259"/>
            <ac:cxnSpMk id="12" creationId="{00B136A5-D34B-C5BD-8CBA-BB8FAE1098FE}"/>
          </ac:cxnSpMkLst>
        </pc:cxnChg>
      </pc:sldChg>
      <pc:sldChg chg="addSp delSp modSp mod">
        <pc:chgData name="이규빈" userId="b9d40a19-df1b-458f-86df-cd2cb0ed7b78" providerId="ADAL" clId="{C2EDD66D-DBE8-4BE9-ACBD-F3D6BC7B5612}" dt="2024-05-26T10:16:26.593" v="4397" actId="11529"/>
        <pc:sldMkLst>
          <pc:docMk/>
          <pc:sldMk cId="1619455827" sldId="261"/>
        </pc:sldMkLst>
        <pc:spChg chg="add del">
          <ac:chgData name="이규빈" userId="b9d40a19-df1b-458f-86df-cd2cb0ed7b78" providerId="ADAL" clId="{C2EDD66D-DBE8-4BE9-ACBD-F3D6BC7B5612}" dt="2024-05-18T03:25:34.112" v="3434" actId="478"/>
          <ac:spMkLst>
            <pc:docMk/>
            <pc:sldMk cId="1619455827" sldId="261"/>
            <ac:spMk id="6" creationId="{32448053-BA1A-80DD-9AFC-BE419FCD9614}"/>
          </ac:spMkLst>
        </pc:spChg>
        <pc:spChg chg="add del">
          <ac:chgData name="이규빈" userId="b9d40a19-df1b-458f-86df-cd2cb0ed7b78" providerId="ADAL" clId="{C2EDD66D-DBE8-4BE9-ACBD-F3D6BC7B5612}" dt="2024-05-18T03:25:53.139" v="3441" actId="11529"/>
          <ac:spMkLst>
            <pc:docMk/>
            <pc:sldMk cId="1619455827" sldId="261"/>
            <ac:spMk id="8" creationId="{1693EC4D-F0A8-3E1C-044F-5C3CA6A82E63}"/>
          </ac:spMkLst>
        </pc:spChg>
        <pc:spChg chg="add del mod">
          <ac:chgData name="이규빈" userId="b9d40a19-df1b-458f-86df-cd2cb0ed7b78" providerId="ADAL" clId="{C2EDD66D-DBE8-4BE9-ACBD-F3D6BC7B5612}" dt="2024-05-18T03:26:21.387" v="3458" actId="478"/>
          <ac:spMkLst>
            <pc:docMk/>
            <pc:sldMk cId="1619455827" sldId="261"/>
            <ac:spMk id="9" creationId="{506E7747-3B9A-8C8E-1BBE-40A72DD0FD73}"/>
          </ac:spMkLst>
        </pc:spChg>
        <pc:spChg chg="add del mod">
          <ac:chgData name="이규빈" userId="b9d40a19-df1b-458f-86df-cd2cb0ed7b78" providerId="ADAL" clId="{C2EDD66D-DBE8-4BE9-ACBD-F3D6BC7B5612}" dt="2024-05-18T03:26:12.300" v="3448" actId="478"/>
          <ac:spMkLst>
            <pc:docMk/>
            <pc:sldMk cId="1619455827" sldId="261"/>
            <ac:spMk id="10" creationId="{ADBE5D49-0B28-5364-8DAD-4C860CEC7EE2}"/>
          </ac:spMkLst>
        </pc:spChg>
        <pc:spChg chg="add del mod">
          <ac:chgData name="이규빈" userId="b9d40a19-df1b-458f-86df-cd2cb0ed7b78" providerId="ADAL" clId="{C2EDD66D-DBE8-4BE9-ACBD-F3D6BC7B5612}" dt="2024-05-18T03:26:20.203" v="3457" actId="478"/>
          <ac:spMkLst>
            <pc:docMk/>
            <pc:sldMk cId="1619455827" sldId="261"/>
            <ac:spMk id="11" creationId="{42885E1C-B154-8ABE-ADAA-6B2DFBD54A8A}"/>
          </ac:spMkLst>
        </pc:spChg>
        <pc:spChg chg="add mod topLvl">
          <ac:chgData name="이규빈" userId="b9d40a19-df1b-458f-86df-cd2cb0ed7b78" providerId="ADAL" clId="{C2EDD66D-DBE8-4BE9-ACBD-F3D6BC7B5612}" dt="2024-05-26T10:15:35.977" v="4384" actId="1035"/>
          <ac:spMkLst>
            <pc:docMk/>
            <pc:sldMk cId="1619455827" sldId="261"/>
            <ac:spMk id="11" creationId="{AD86EB1D-A57E-77D0-9BDB-C485BD72FB09}"/>
          </ac:spMkLst>
        </pc:spChg>
        <pc:spChg chg="add del mod">
          <ac:chgData name="이규빈" userId="b9d40a19-df1b-458f-86df-cd2cb0ed7b78" providerId="ADAL" clId="{C2EDD66D-DBE8-4BE9-ACBD-F3D6BC7B5612}" dt="2024-05-26T10:13:25.449" v="4321" actId="478"/>
          <ac:spMkLst>
            <pc:docMk/>
            <pc:sldMk cId="1619455827" sldId="261"/>
            <ac:spMk id="24" creationId="{7D97AF80-EAA7-8800-9348-231A8D074A7A}"/>
          </ac:spMkLst>
        </pc:spChg>
        <pc:spChg chg="add del mod">
          <ac:chgData name="이규빈" userId="b9d40a19-df1b-458f-86df-cd2cb0ed7b78" providerId="ADAL" clId="{C2EDD66D-DBE8-4BE9-ACBD-F3D6BC7B5612}" dt="2024-05-26T10:13:23.776" v="4320" actId="478"/>
          <ac:spMkLst>
            <pc:docMk/>
            <pc:sldMk cId="1619455827" sldId="261"/>
            <ac:spMk id="25" creationId="{F2AF0B49-5C26-E71E-62ED-91182F361EC5}"/>
          </ac:spMkLst>
        </pc:spChg>
        <pc:grpChg chg="add mod topLvl">
          <ac:chgData name="이규빈" userId="b9d40a19-df1b-458f-86df-cd2cb0ed7b78" providerId="ADAL" clId="{C2EDD66D-DBE8-4BE9-ACBD-F3D6BC7B5612}" dt="2024-05-26T10:14:50.882" v="4335" actId="164"/>
          <ac:grpSpMkLst>
            <pc:docMk/>
            <pc:sldMk cId="1619455827" sldId="261"/>
            <ac:grpSpMk id="7" creationId="{273A87C8-59F6-8F36-43A8-C8A37D0163B6}"/>
          </ac:grpSpMkLst>
        </pc:grpChg>
        <pc:grpChg chg="add mod topLvl">
          <ac:chgData name="이규빈" userId="b9d40a19-df1b-458f-86df-cd2cb0ed7b78" providerId="ADAL" clId="{C2EDD66D-DBE8-4BE9-ACBD-F3D6BC7B5612}" dt="2024-05-26T10:14:50.882" v="4335" actId="164"/>
          <ac:grpSpMkLst>
            <pc:docMk/>
            <pc:sldMk cId="1619455827" sldId="261"/>
            <ac:grpSpMk id="26" creationId="{BA5393F7-3C84-8E9B-64FE-0749EF75FE6C}"/>
          </ac:grpSpMkLst>
        </pc:grpChg>
        <pc:grpChg chg="add del mod">
          <ac:chgData name="이규빈" userId="b9d40a19-df1b-458f-86df-cd2cb0ed7b78" providerId="ADAL" clId="{C2EDD66D-DBE8-4BE9-ACBD-F3D6BC7B5612}" dt="2024-05-26T10:14:02.909" v="4328" actId="165"/>
          <ac:grpSpMkLst>
            <pc:docMk/>
            <pc:sldMk cId="1619455827" sldId="261"/>
            <ac:grpSpMk id="35" creationId="{99DA936A-D527-0C47-26D0-366AECAF305D}"/>
          </ac:grpSpMkLst>
        </pc:grpChg>
        <pc:grpChg chg="add mod">
          <ac:chgData name="이규빈" userId="b9d40a19-df1b-458f-86df-cd2cb0ed7b78" providerId="ADAL" clId="{C2EDD66D-DBE8-4BE9-ACBD-F3D6BC7B5612}" dt="2024-05-26T10:16:09.248" v="4396" actId="1035"/>
          <ac:grpSpMkLst>
            <pc:docMk/>
            <pc:sldMk cId="1619455827" sldId="261"/>
            <ac:grpSpMk id="36" creationId="{35354115-1713-F0B7-CB27-B811B262FE14}"/>
          </ac:grpSpMkLst>
        </pc:grpChg>
        <pc:picChg chg="add mod ord">
          <ac:chgData name="이규빈" userId="b9d40a19-df1b-458f-86df-cd2cb0ed7b78" providerId="ADAL" clId="{C2EDD66D-DBE8-4BE9-ACBD-F3D6BC7B5612}" dt="2024-05-26T10:11:21.944" v="4284" actId="1076"/>
          <ac:picMkLst>
            <pc:docMk/>
            <pc:sldMk cId="1619455827" sldId="261"/>
            <ac:picMk id="5" creationId="{A23ECD28-C7BF-FF00-09D6-6247BC4A778C}"/>
          </ac:picMkLst>
        </pc:picChg>
        <pc:picChg chg="add del mod">
          <ac:chgData name="이규빈" userId="b9d40a19-df1b-458f-86df-cd2cb0ed7b78" providerId="ADAL" clId="{C2EDD66D-DBE8-4BE9-ACBD-F3D6BC7B5612}" dt="2024-05-26T10:01:47.142" v="4110" actId="21"/>
          <ac:picMkLst>
            <pc:docMk/>
            <pc:sldMk cId="1619455827" sldId="261"/>
            <ac:picMk id="6" creationId="{C74017B1-DF8D-F1F4-302C-C230E6EFB693}"/>
          </ac:picMkLst>
        </pc:picChg>
        <pc:picChg chg="add mod">
          <ac:chgData name="이규빈" userId="b9d40a19-df1b-458f-86df-cd2cb0ed7b78" providerId="ADAL" clId="{C2EDD66D-DBE8-4BE9-ACBD-F3D6BC7B5612}" dt="2024-05-18T03:25:36.154" v="3436" actId="571"/>
          <ac:picMkLst>
            <pc:docMk/>
            <pc:sldMk cId="1619455827" sldId="261"/>
            <ac:picMk id="7" creationId="{B86BE90F-CD47-3E20-801E-10EE084AFB73}"/>
          </ac:picMkLst>
        </pc:picChg>
        <pc:picChg chg="mod">
          <ac:chgData name="이규빈" userId="b9d40a19-df1b-458f-86df-cd2cb0ed7b78" providerId="ADAL" clId="{C2EDD66D-DBE8-4BE9-ACBD-F3D6BC7B5612}" dt="2024-05-26T10:14:02.909" v="4328" actId="165"/>
          <ac:picMkLst>
            <pc:docMk/>
            <pc:sldMk cId="1619455827" sldId="261"/>
            <ac:picMk id="8" creationId="{765E4C90-2322-A487-40BD-FF8FF77A867D}"/>
          </ac:picMkLst>
        </pc:picChg>
        <pc:picChg chg="mod">
          <ac:chgData name="이규빈" userId="b9d40a19-df1b-458f-86df-cd2cb0ed7b78" providerId="ADAL" clId="{C2EDD66D-DBE8-4BE9-ACBD-F3D6BC7B5612}" dt="2024-05-26T10:15:12.122" v="4361" actId="1038"/>
          <ac:picMkLst>
            <pc:docMk/>
            <pc:sldMk cId="1619455827" sldId="261"/>
            <ac:picMk id="9" creationId="{865CB48B-6778-F4E8-BB9E-0E64C91A3C78}"/>
          </ac:picMkLst>
        </pc:picChg>
        <pc:picChg chg="mod">
          <ac:chgData name="이규빈" userId="b9d40a19-df1b-458f-86df-cd2cb0ed7b78" providerId="ADAL" clId="{C2EDD66D-DBE8-4BE9-ACBD-F3D6BC7B5612}" dt="2024-05-26T10:15:18.449" v="4368" actId="1038"/>
          <ac:picMkLst>
            <pc:docMk/>
            <pc:sldMk cId="1619455827" sldId="261"/>
            <ac:picMk id="10" creationId="{DFF47DD8-4654-555F-BB09-5B786D8E6A38}"/>
          </ac:picMkLst>
        </pc:picChg>
        <pc:picChg chg="del">
          <ac:chgData name="이규빈" userId="b9d40a19-df1b-458f-86df-cd2cb0ed7b78" providerId="ADAL" clId="{C2EDD66D-DBE8-4BE9-ACBD-F3D6BC7B5612}" dt="2024-05-18T03:24:46.309" v="3420" actId="478"/>
          <ac:picMkLst>
            <pc:docMk/>
            <pc:sldMk cId="1619455827" sldId="261"/>
            <ac:picMk id="24" creationId="{C26DF352-18D4-3074-9DDB-C94FD736BC4D}"/>
          </ac:picMkLst>
        </pc:picChg>
        <pc:cxnChg chg="add mod topLvl">
          <ac:chgData name="이규빈" userId="b9d40a19-df1b-458f-86df-cd2cb0ed7b78" providerId="ADAL" clId="{C2EDD66D-DBE8-4BE9-ACBD-F3D6BC7B5612}" dt="2024-05-26T10:14:50.882" v="4335" actId="164"/>
          <ac:cxnSpMkLst>
            <pc:docMk/>
            <pc:sldMk cId="1619455827" sldId="261"/>
            <ac:cxnSpMk id="13" creationId="{5348B354-2E1E-A53D-F91F-21A25E3D945E}"/>
          </ac:cxnSpMkLst>
        </pc:cxnChg>
        <pc:cxnChg chg="add mod">
          <ac:chgData name="이규빈" userId="b9d40a19-df1b-458f-86df-cd2cb0ed7b78" providerId="ADAL" clId="{C2EDD66D-DBE8-4BE9-ACBD-F3D6BC7B5612}" dt="2024-05-26T10:14:02.909" v="4328" actId="165"/>
          <ac:cxnSpMkLst>
            <pc:docMk/>
            <pc:sldMk cId="1619455827" sldId="261"/>
            <ac:cxnSpMk id="22" creationId="{2F0EE00A-CB93-0210-ED83-B25A649A34BC}"/>
          </ac:cxnSpMkLst>
        </pc:cxnChg>
        <pc:cxnChg chg="add mod">
          <ac:chgData name="이규빈" userId="b9d40a19-df1b-458f-86df-cd2cb0ed7b78" providerId="ADAL" clId="{C2EDD66D-DBE8-4BE9-ACBD-F3D6BC7B5612}" dt="2024-05-26T10:14:02.909" v="4328" actId="165"/>
          <ac:cxnSpMkLst>
            <pc:docMk/>
            <pc:sldMk cId="1619455827" sldId="261"/>
            <ac:cxnSpMk id="23" creationId="{8533C56F-C7B1-6CF5-351C-5A7375A9C652}"/>
          </ac:cxnSpMkLst>
        </pc:cxnChg>
        <pc:cxnChg chg="add">
          <ac:chgData name="이규빈" userId="b9d40a19-df1b-458f-86df-cd2cb0ed7b78" providerId="ADAL" clId="{C2EDD66D-DBE8-4BE9-ACBD-F3D6BC7B5612}" dt="2024-05-26T10:16:26.593" v="4397" actId="11529"/>
          <ac:cxnSpMkLst>
            <pc:docMk/>
            <pc:sldMk cId="1619455827" sldId="261"/>
            <ac:cxnSpMk id="38" creationId="{77AF7E69-548B-9B07-7034-94EB728F81D9}"/>
          </ac:cxnSpMkLst>
        </pc:cxnChg>
      </pc:sldChg>
      <pc:sldChg chg="addSp delSp modSp mod">
        <pc:chgData name="이규빈" userId="b9d40a19-df1b-458f-86df-cd2cb0ed7b78" providerId="ADAL" clId="{C2EDD66D-DBE8-4BE9-ACBD-F3D6BC7B5612}" dt="2024-05-12T12:32:36.857" v="41"/>
        <pc:sldMkLst>
          <pc:docMk/>
          <pc:sldMk cId="4271826380" sldId="270"/>
        </pc:sldMkLst>
        <pc:spChg chg="add mod">
          <ac:chgData name="이규빈" userId="b9d40a19-df1b-458f-86df-cd2cb0ed7b78" providerId="ADAL" clId="{C2EDD66D-DBE8-4BE9-ACBD-F3D6BC7B5612}" dt="2024-05-12T10:07:59.746" v="35" actId="1035"/>
          <ac:spMkLst>
            <pc:docMk/>
            <pc:sldMk cId="4271826380" sldId="270"/>
            <ac:spMk id="5" creationId="{91E10918-3E21-4F8A-E540-1CF8E803D9A9}"/>
          </ac:spMkLst>
        </pc:spChg>
        <pc:spChg chg="mod">
          <ac:chgData name="이규빈" userId="b9d40a19-df1b-458f-86df-cd2cb0ed7b78" providerId="ADAL" clId="{C2EDD66D-DBE8-4BE9-ACBD-F3D6BC7B5612}" dt="2024-05-12T12:32:36.857" v="41"/>
          <ac:spMkLst>
            <pc:docMk/>
            <pc:sldMk cId="4271826380" sldId="270"/>
            <ac:spMk id="14" creationId="{F08B95BB-E62D-03DC-71EE-65A0EFC96B70}"/>
          </ac:spMkLst>
        </pc:spChg>
        <pc:spChg chg="mod">
          <ac:chgData name="이규빈" userId="b9d40a19-df1b-458f-86df-cd2cb0ed7b78" providerId="ADAL" clId="{C2EDD66D-DBE8-4BE9-ACBD-F3D6BC7B5612}" dt="2024-05-12T10:07:46.369" v="30" actId="14100"/>
          <ac:spMkLst>
            <pc:docMk/>
            <pc:sldMk cId="4271826380" sldId="270"/>
            <ac:spMk id="18" creationId="{0C50A3DC-73CC-53A7-6864-405726CF3010}"/>
          </ac:spMkLst>
        </pc:spChg>
        <pc:picChg chg="add mod ord">
          <ac:chgData name="이규빈" userId="b9d40a19-df1b-458f-86df-cd2cb0ed7b78" providerId="ADAL" clId="{C2EDD66D-DBE8-4BE9-ACBD-F3D6BC7B5612}" dt="2024-05-12T10:06:21.078" v="4" actId="167"/>
          <ac:picMkLst>
            <pc:docMk/>
            <pc:sldMk cId="4271826380" sldId="270"/>
            <ac:picMk id="3" creationId="{27DAF1C6-0DF0-DA7B-8191-931AD7D6510E}"/>
          </ac:picMkLst>
        </pc:picChg>
        <pc:picChg chg="add del mod">
          <ac:chgData name="이규빈" userId="b9d40a19-df1b-458f-86df-cd2cb0ed7b78" providerId="ADAL" clId="{C2EDD66D-DBE8-4BE9-ACBD-F3D6BC7B5612}" dt="2024-05-12T10:06:59.453" v="13" actId="478"/>
          <ac:picMkLst>
            <pc:docMk/>
            <pc:sldMk cId="4271826380" sldId="270"/>
            <ac:picMk id="4" creationId="{8506B3F3-DEB8-F475-2FCC-EFBF1D4B15D4}"/>
          </ac:picMkLst>
        </pc:picChg>
        <pc:picChg chg="mod modCrop">
          <ac:chgData name="이규빈" userId="b9d40a19-df1b-458f-86df-cd2cb0ed7b78" providerId="ADAL" clId="{C2EDD66D-DBE8-4BE9-ACBD-F3D6BC7B5612}" dt="2024-05-12T10:06:59.339" v="12" actId="732"/>
          <ac:picMkLst>
            <pc:docMk/>
            <pc:sldMk cId="4271826380" sldId="270"/>
            <ac:picMk id="17" creationId="{5B23961D-9524-9CCD-BFDB-E9216B06A9C8}"/>
          </ac:picMkLst>
        </pc:picChg>
        <pc:picChg chg="mod modCrop">
          <ac:chgData name="이규빈" userId="b9d40a19-df1b-458f-86df-cd2cb0ed7b78" providerId="ADAL" clId="{C2EDD66D-DBE8-4BE9-ACBD-F3D6BC7B5612}" dt="2024-05-12T10:07:26.546" v="26" actId="732"/>
          <ac:picMkLst>
            <pc:docMk/>
            <pc:sldMk cId="4271826380" sldId="270"/>
            <ac:picMk id="20" creationId="{923719D5-7C23-D012-7CD5-2B73F9253FB6}"/>
          </ac:picMkLst>
        </pc:picChg>
        <pc:picChg chg="del">
          <ac:chgData name="이규빈" userId="b9d40a19-df1b-458f-86df-cd2cb0ed7b78" providerId="ADAL" clId="{C2EDD66D-DBE8-4BE9-ACBD-F3D6BC7B5612}" dt="2024-05-12T10:06:14.596" v="0" actId="478"/>
          <ac:picMkLst>
            <pc:docMk/>
            <pc:sldMk cId="4271826380" sldId="270"/>
            <ac:picMk id="27" creationId="{44BAAEE0-5BF4-471D-7FF7-FCF782216382}"/>
          </ac:picMkLst>
        </pc:picChg>
      </pc:sldChg>
      <pc:sldChg chg="addSp delSp modSp add mod">
        <pc:chgData name="이규빈" userId="b9d40a19-df1b-458f-86df-cd2cb0ed7b78" providerId="ADAL" clId="{C2EDD66D-DBE8-4BE9-ACBD-F3D6BC7B5612}" dt="2024-05-13T15:32:57.275" v="1859" actId="478"/>
        <pc:sldMkLst>
          <pc:docMk/>
          <pc:sldMk cId="2968935830" sldId="278"/>
        </pc:sldMkLst>
        <pc:spChg chg="add mod">
          <ac:chgData name="이규빈" userId="b9d40a19-df1b-458f-86df-cd2cb0ed7b78" providerId="ADAL" clId="{C2EDD66D-DBE8-4BE9-ACBD-F3D6BC7B5612}" dt="2024-05-13T09:11:19.571" v="427" actId="1076"/>
          <ac:spMkLst>
            <pc:docMk/>
            <pc:sldMk cId="2968935830" sldId="278"/>
            <ac:spMk id="2" creationId="{D4F75772-E19D-1FC7-ECA0-6D4CB1353F46}"/>
          </ac:spMkLst>
        </pc:spChg>
        <pc:spChg chg="add mod topLvl">
          <ac:chgData name="이규빈" userId="b9d40a19-df1b-458f-86df-cd2cb0ed7b78" providerId="ADAL" clId="{C2EDD66D-DBE8-4BE9-ACBD-F3D6BC7B5612}" dt="2024-05-13T14:52:56.551" v="1567" actId="255"/>
          <ac:spMkLst>
            <pc:docMk/>
            <pc:sldMk cId="2968935830" sldId="278"/>
            <ac:spMk id="3" creationId="{7663375D-7E3E-2B56-B8BE-31B8A6F96756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5" creationId="{162BC4BA-54B3-0032-BF11-EC410DBE9AF8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6" creationId="{1E89F253-FF49-E74F-3F65-4AC2054D1C10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7" creationId="{F0657F11-1613-791E-5D91-AF57582C268D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8" creationId="{C2AB1838-D097-1DAA-09B8-79487BCC96A4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" creationId="{5F309B57-DA74-3362-3A32-1673C2F8504D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0" creationId="{3E3118CE-18F4-A274-8795-CAEEE14179E6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1" creationId="{7D49960C-C4A9-A119-C6E7-6B804D0D801B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3" creationId="{F870337F-315B-CFF4-C19B-D5D4AB1C5A6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4" creationId="{FF7A6933-382C-58D6-C11C-1B1D3F310613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15" creationId="{5C5EE139-CD29-1089-9AC4-69EF01F16397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6" creationId="{161B0DDA-4C8B-8F90-5EB8-7E28DCBBE030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" creationId="{E5D6AAAE-3CDB-40EC-806C-1957A8C28AA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" creationId="{A8FD838F-FD55-7926-1B17-3494226EA3DF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0" creationId="{D18C3C6E-7BF1-06F3-211A-F02CB7E610A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" creationId="{2392A447-44F3-A42F-3731-CA6596A7214A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2" creationId="{867B64BD-292C-77BE-15B2-9C8DE2386C4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3" creationId="{40EB96DA-9201-8D0F-9688-919C115FFA7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5" creationId="{6B89176B-8413-9AD3-2341-A45953067A60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6" creationId="{3892282A-EAA5-5D96-F813-753BFED642D0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27" creationId="{8AD3BDDB-481F-13B9-A9B6-FB3C5D05ADF6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28" creationId="{F17FF432-AC46-7F87-2CAA-C118A54236B0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29" creationId="{F60958A7-C3A7-F05F-5E20-A2A72D048475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30" creationId="{7E37B585-64EA-7740-A47E-F8C75F43D5AE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31" creationId="{54101B6F-2669-3471-F06E-581581394EC2}"/>
          </ac:spMkLst>
        </pc:spChg>
        <pc:spChg chg="add del mod">
          <ac:chgData name="이규빈" userId="b9d40a19-df1b-458f-86df-cd2cb0ed7b78" providerId="ADAL" clId="{C2EDD66D-DBE8-4BE9-ACBD-F3D6BC7B5612}" dt="2024-05-13T08:39:43.742" v="60" actId="478"/>
          <ac:spMkLst>
            <pc:docMk/>
            <pc:sldMk cId="2968935830" sldId="278"/>
            <ac:spMk id="32" creationId="{40CB4D1C-DA35-AC32-D119-5484C5E5A543}"/>
          </ac:spMkLst>
        </pc:spChg>
        <pc:spChg chg="mod topLvl">
          <ac:chgData name="이규빈" userId="b9d40a19-df1b-458f-86df-cd2cb0ed7b78" providerId="ADAL" clId="{C2EDD66D-DBE8-4BE9-ACBD-F3D6BC7B5612}" dt="2024-05-13T14:48:03.951" v="1519" actId="12788"/>
          <ac:spMkLst>
            <pc:docMk/>
            <pc:sldMk cId="2968935830" sldId="278"/>
            <ac:spMk id="34" creationId="{2FD14DB7-6D50-2485-4689-18A6BA5BE016}"/>
          </ac:spMkLst>
        </pc:spChg>
        <pc:spChg chg="mod topLvl">
          <ac:chgData name="이규빈" userId="b9d40a19-df1b-458f-86df-cd2cb0ed7b78" providerId="ADAL" clId="{C2EDD66D-DBE8-4BE9-ACBD-F3D6BC7B5612}" dt="2024-05-13T14:10:27.119" v="1274" actId="1076"/>
          <ac:spMkLst>
            <pc:docMk/>
            <pc:sldMk cId="2968935830" sldId="278"/>
            <ac:spMk id="36" creationId="{14916537-38AE-4516-38BE-8C21677A3BB4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37" creationId="{822D2FC9-7D3D-CEB2-32CF-EA213C0CD5DB}"/>
          </ac:spMkLst>
        </pc:spChg>
        <pc:spChg chg="add del mod topLvl">
          <ac:chgData name="이규빈" userId="b9d40a19-df1b-458f-86df-cd2cb0ed7b78" providerId="ADAL" clId="{C2EDD66D-DBE8-4BE9-ACBD-F3D6BC7B5612}" dt="2024-05-13T13:38:37.985" v="927" actId="478"/>
          <ac:spMkLst>
            <pc:docMk/>
            <pc:sldMk cId="2968935830" sldId="278"/>
            <ac:spMk id="38" creationId="{828BB83D-A38C-6694-96C4-BD255E0E0D2D}"/>
          </ac:spMkLst>
        </pc:spChg>
        <pc:spChg chg="add del mod">
          <ac:chgData name="이규빈" userId="b9d40a19-df1b-458f-86df-cd2cb0ed7b78" providerId="ADAL" clId="{C2EDD66D-DBE8-4BE9-ACBD-F3D6BC7B5612}" dt="2024-05-13T09:19:09.859" v="546" actId="478"/>
          <ac:spMkLst>
            <pc:docMk/>
            <pc:sldMk cId="2968935830" sldId="278"/>
            <ac:spMk id="39" creationId="{5E062A7A-9B03-AEFF-0F7E-698DF37AA079}"/>
          </ac:spMkLst>
        </pc:spChg>
        <pc:spChg chg="mod">
          <ac:chgData name="이규빈" userId="b9d40a19-df1b-458f-86df-cd2cb0ed7b78" providerId="ADAL" clId="{C2EDD66D-DBE8-4BE9-ACBD-F3D6BC7B5612}" dt="2024-05-13T08:48:42.385" v="190"/>
          <ac:spMkLst>
            <pc:docMk/>
            <pc:sldMk cId="2968935830" sldId="278"/>
            <ac:spMk id="41" creationId="{78C187EF-1231-4593-5AE1-5EB4524D16DC}"/>
          </ac:spMkLst>
        </pc:spChg>
        <pc:spChg chg="mod">
          <ac:chgData name="이규빈" userId="b9d40a19-df1b-458f-86df-cd2cb0ed7b78" providerId="ADAL" clId="{C2EDD66D-DBE8-4BE9-ACBD-F3D6BC7B5612}" dt="2024-05-13T08:48:42.385" v="190"/>
          <ac:spMkLst>
            <pc:docMk/>
            <pc:sldMk cId="2968935830" sldId="278"/>
            <ac:spMk id="42" creationId="{BDD9319B-6E4A-217E-E2B6-6AB9705F86EF}"/>
          </ac:spMkLst>
        </pc:spChg>
        <pc:spChg chg="add del mod">
          <ac:chgData name="이규빈" userId="b9d40a19-df1b-458f-86df-cd2cb0ed7b78" providerId="ADAL" clId="{C2EDD66D-DBE8-4BE9-ACBD-F3D6BC7B5612}" dt="2024-05-13T09:02:49.804" v="352" actId="478"/>
          <ac:spMkLst>
            <pc:docMk/>
            <pc:sldMk cId="2968935830" sldId="278"/>
            <ac:spMk id="43" creationId="{1123D98F-0520-3755-858E-C8D5F35962E0}"/>
          </ac:spMkLst>
        </pc:spChg>
        <pc:spChg chg="add del mod">
          <ac:chgData name="이규빈" userId="b9d40a19-df1b-458f-86df-cd2cb0ed7b78" providerId="ADAL" clId="{C2EDD66D-DBE8-4BE9-ACBD-F3D6BC7B5612}" dt="2024-05-13T13:58:21.552" v="1140" actId="478"/>
          <ac:spMkLst>
            <pc:docMk/>
            <pc:sldMk cId="2968935830" sldId="278"/>
            <ac:spMk id="44" creationId="{546DA073-87E2-2035-A2B8-90C83E79C72A}"/>
          </ac:spMkLst>
        </pc:spChg>
        <pc:spChg chg="add del mod">
          <ac:chgData name="이규빈" userId="b9d40a19-df1b-458f-86df-cd2cb0ed7b78" providerId="ADAL" clId="{C2EDD66D-DBE8-4BE9-ACBD-F3D6BC7B5612}" dt="2024-05-13T13:58:21.552" v="1140" actId="478"/>
          <ac:spMkLst>
            <pc:docMk/>
            <pc:sldMk cId="2968935830" sldId="278"/>
            <ac:spMk id="45" creationId="{806FEF3C-E256-729D-9529-97E2BA089843}"/>
          </ac:spMkLst>
        </pc:spChg>
        <pc:spChg chg="add del mod">
          <ac:chgData name="이규빈" userId="b9d40a19-df1b-458f-86df-cd2cb0ed7b78" providerId="ADAL" clId="{C2EDD66D-DBE8-4BE9-ACBD-F3D6BC7B5612}" dt="2024-05-13T13:58:21.552" v="1140" actId="478"/>
          <ac:spMkLst>
            <pc:docMk/>
            <pc:sldMk cId="2968935830" sldId="278"/>
            <ac:spMk id="46" creationId="{68F6F3DA-07B5-CB55-FBE7-A5EA283CE19F}"/>
          </ac:spMkLst>
        </pc:spChg>
        <pc:spChg chg="mod">
          <ac:chgData name="이규빈" userId="b9d40a19-df1b-458f-86df-cd2cb0ed7b78" providerId="ADAL" clId="{C2EDD66D-DBE8-4BE9-ACBD-F3D6BC7B5612}" dt="2024-05-13T08:49:28.009" v="209"/>
          <ac:spMkLst>
            <pc:docMk/>
            <pc:sldMk cId="2968935830" sldId="278"/>
            <ac:spMk id="48" creationId="{6239A432-7905-743A-4DC5-72FD5F91FF0A}"/>
          </ac:spMkLst>
        </pc:spChg>
        <pc:spChg chg="mod">
          <ac:chgData name="이규빈" userId="b9d40a19-df1b-458f-86df-cd2cb0ed7b78" providerId="ADAL" clId="{C2EDD66D-DBE8-4BE9-ACBD-F3D6BC7B5612}" dt="2024-05-13T08:49:28.009" v="209"/>
          <ac:spMkLst>
            <pc:docMk/>
            <pc:sldMk cId="2968935830" sldId="278"/>
            <ac:spMk id="49" creationId="{C1641172-FD40-040E-F979-91923BA25B44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52" creationId="{546DE2FF-0B7A-2501-8E03-3D2B11CB4A63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53" creationId="{985E8257-F5BD-70F7-E4C2-83970FB723C4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54" creationId="{8E542AE7-D7E4-C8E7-AC57-AE6FD1F6632F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55" creationId="{E930CB08-85FD-36A8-CEFA-EC3B0DBDE4A3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56" creationId="{E6E801B3-6A26-5EA8-1792-CA2A40FF8F3E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57" creationId="{E48E151E-4DF3-BA9C-D135-0CCE912A8D75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58" creationId="{8F5057E8-967D-E656-EA3C-8C98C14ADB9F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59" creationId="{0816EBB2-D5C7-93D6-4994-697B70E6A92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60" creationId="{0BF8073F-749F-FEE2-60B9-DAC42A406DD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61" creationId="{A819A40A-3B7A-0DD3-9592-F661525910FF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62" creationId="{AC003860-DA40-72D2-8B5E-B0D9AD6C1699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64" creationId="{E12B7BF4-5385-8D69-B7C1-A90BCFED523D}"/>
          </ac:spMkLst>
        </pc:spChg>
        <pc:spChg chg="add del mod">
          <ac:chgData name="이규빈" userId="b9d40a19-df1b-458f-86df-cd2cb0ed7b78" providerId="ADAL" clId="{C2EDD66D-DBE8-4BE9-ACBD-F3D6BC7B5612}" dt="2024-05-13T13:57:24.840" v="1131" actId="478"/>
          <ac:spMkLst>
            <pc:docMk/>
            <pc:sldMk cId="2968935830" sldId="278"/>
            <ac:spMk id="65" creationId="{6EDEC075-9CC4-D3FB-716D-C817706E9028}"/>
          </ac:spMkLst>
        </pc:spChg>
        <pc:spChg chg="add del">
          <ac:chgData name="이규빈" userId="b9d40a19-df1b-458f-86df-cd2cb0ed7b78" providerId="ADAL" clId="{C2EDD66D-DBE8-4BE9-ACBD-F3D6BC7B5612}" dt="2024-05-13T13:58:15.320" v="1139" actId="478"/>
          <ac:spMkLst>
            <pc:docMk/>
            <pc:sldMk cId="2968935830" sldId="278"/>
            <ac:spMk id="66" creationId="{AE506C3E-547F-49D3-63DF-4979975223F4}"/>
          </ac:spMkLst>
        </pc:spChg>
        <pc:spChg chg="add del mod">
          <ac:chgData name="이규빈" userId="b9d40a19-df1b-458f-86df-cd2cb0ed7b78" providerId="ADAL" clId="{C2EDD66D-DBE8-4BE9-ACBD-F3D6BC7B5612}" dt="2024-05-13T13:58:15.096" v="1138" actId="478"/>
          <ac:spMkLst>
            <pc:docMk/>
            <pc:sldMk cId="2968935830" sldId="278"/>
            <ac:spMk id="67" creationId="{DABFFA12-2F29-F168-AD0C-2BDD0F020C99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0" creationId="{CA1118CB-0CB2-AC98-746F-9B20C57A71D1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1" creationId="{853F5DC7-6AFD-B0A9-5C2F-C24040DDBB22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2" creationId="{4BDB00F2-518B-F5D2-57E4-B10BD761BCE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73" creationId="{1FA18A54-4962-AF9D-C634-0886F22685A9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4" creationId="{885B2602-4B6D-9028-C0CB-E293E93482BD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5" creationId="{2FD6AFED-247A-DA82-18A2-75C1D6EB8287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6" creationId="{734C0F47-89A0-2146-1337-2199BB501768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7" creationId="{007B499E-1225-50C1-8FB8-34498E436A35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8" creationId="{2EE6ABAB-FD4F-2C8A-3643-DA39DF1A150E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79" creationId="{ED2DD65F-F45D-6960-CD2D-20842D53FFBD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80" creationId="{8CD44645-189B-290C-BAC6-6081E662E0A0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81" creationId="{C5A19F1A-8D31-FCB8-EFCE-A626C94F2871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82" creationId="{E05E1134-43C4-9431-521F-FFC22CC81C5E}"/>
          </ac:spMkLst>
        </pc:spChg>
        <pc:spChg chg="del mod topLvl">
          <ac:chgData name="이규빈" userId="b9d40a19-df1b-458f-86df-cd2cb0ed7b78" providerId="ADAL" clId="{C2EDD66D-DBE8-4BE9-ACBD-F3D6BC7B5612}" dt="2024-05-13T14:18:47.375" v="1373" actId="478"/>
          <ac:spMkLst>
            <pc:docMk/>
            <pc:sldMk cId="2968935830" sldId="278"/>
            <ac:spMk id="83" creationId="{2BA15726-817A-DA77-580E-72BD6AB2EA3B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84" creationId="{DB3A9387-267A-4187-130B-6FE83C1A9E3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85" creationId="{531E1F25-A66A-4D0C-E313-D93CF08462F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86" creationId="{C66944D3-C0A8-A0D2-364B-C486360FD767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88" creationId="{4D1765EE-454A-CD0A-F20B-B9C64B243E5D}"/>
          </ac:spMkLst>
        </pc:spChg>
        <pc:spChg chg="add del">
          <ac:chgData name="이규빈" userId="b9d40a19-df1b-458f-86df-cd2cb0ed7b78" providerId="ADAL" clId="{C2EDD66D-DBE8-4BE9-ACBD-F3D6BC7B5612}" dt="2024-05-13T14:02:18.832" v="1171" actId="478"/>
          <ac:spMkLst>
            <pc:docMk/>
            <pc:sldMk cId="2968935830" sldId="278"/>
            <ac:spMk id="90" creationId="{1AAF5F36-AEAA-BB2B-DD59-C60F8BD98C10}"/>
          </ac:spMkLst>
        </pc:spChg>
        <pc:spChg chg="add del mod">
          <ac:chgData name="이규빈" userId="b9d40a19-df1b-458f-86df-cd2cb0ed7b78" providerId="ADAL" clId="{C2EDD66D-DBE8-4BE9-ACBD-F3D6BC7B5612}" dt="2024-05-13T14:02:19.600" v="1172" actId="478"/>
          <ac:spMkLst>
            <pc:docMk/>
            <pc:sldMk cId="2968935830" sldId="278"/>
            <ac:spMk id="91" creationId="{59EAD85B-DF9D-A71E-423D-B76B0A111ED9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2" creationId="{0F0D8304-B83C-B5B2-B2FB-F7224775F935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3" creationId="{BCA06C95-D659-382D-D820-81F604F74DC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4" creationId="{07F7554C-17C8-5CF0-5D78-F6A305E9C2C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5" creationId="{DB1A8529-AFFD-6160-00ED-26E479E5B3AE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97" creationId="{15681EA9-D82D-D179-995A-42C0CE7837D0}"/>
          </ac:spMkLst>
        </pc:spChg>
        <pc:spChg chg="add del mod">
          <ac:chgData name="이규빈" userId="b9d40a19-df1b-458f-86df-cd2cb0ed7b78" providerId="ADAL" clId="{C2EDD66D-DBE8-4BE9-ACBD-F3D6BC7B5612}" dt="2024-05-13T14:02:18.040" v="1170" actId="478"/>
          <ac:spMkLst>
            <pc:docMk/>
            <pc:sldMk cId="2968935830" sldId="278"/>
            <ac:spMk id="98" creationId="{A8CA5793-F284-CA1D-5342-F230D188B758}"/>
          </ac:spMkLst>
        </pc:spChg>
        <pc:spChg chg="add del mod">
          <ac:chgData name="이규빈" userId="b9d40a19-df1b-458f-86df-cd2cb0ed7b78" providerId="ADAL" clId="{C2EDD66D-DBE8-4BE9-ACBD-F3D6BC7B5612}" dt="2024-05-13T14:02:17.416" v="1169" actId="478"/>
          <ac:spMkLst>
            <pc:docMk/>
            <pc:sldMk cId="2968935830" sldId="278"/>
            <ac:spMk id="99" creationId="{4DF0F4FC-E231-9163-9C96-ACB339174BEB}"/>
          </ac:spMkLst>
        </pc:spChg>
        <pc:spChg chg="add del mod">
          <ac:chgData name="이규빈" userId="b9d40a19-df1b-458f-86df-cd2cb0ed7b78" providerId="ADAL" clId="{C2EDD66D-DBE8-4BE9-ACBD-F3D6BC7B5612}" dt="2024-05-13T14:02:39.849" v="1177" actId="478"/>
          <ac:spMkLst>
            <pc:docMk/>
            <pc:sldMk cId="2968935830" sldId="278"/>
            <ac:spMk id="100" creationId="{8E990006-F1D6-D50D-E900-13D4B29AA101}"/>
          </ac:spMkLst>
        </pc:spChg>
        <pc:spChg chg="add mod">
          <ac:chgData name="이규빈" userId="b9d40a19-df1b-458f-86df-cd2cb0ed7b78" providerId="ADAL" clId="{C2EDD66D-DBE8-4BE9-ACBD-F3D6BC7B5612}" dt="2024-05-13T14:52:56.551" v="1567" actId="255"/>
          <ac:spMkLst>
            <pc:docMk/>
            <pc:sldMk cId="2968935830" sldId="278"/>
            <ac:spMk id="103" creationId="{D7BFC14B-5D73-A4A0-8979-44682D847956}"/>
          </ac:spMkLst>
        </pc:spChg>
        <pc:spChg chg="add del mod">
          <ac:chgData name="이규빈" userId="b9d40a19-df1b-458f-86df-cd2cb0ed7b78" providerId="ADAL" clId="{C2EDD66D-DBE8-4BE9-ACBD-F3D6BC7B5612}" dt="2024-05-13T14:11:51.209" v="1288" actId="478"/>
          <ac:spMkLst>
            <pc:docMk/>
            <pc:sldMk cId="2968935830" sldId="278"/>
            <ac:spMk id="104" creationId="{EEB830A3-E2FC-3ED7-62A4-BBAEE68173E3}"/>
          </ac:spMkLst>
        </pc:spChg>
        <pc:spChg chg="add del mod">
          <ac:chgData name="이규빈" userId="b9d40a19-df1b-458f-86df-cd2cb0ed7b78" providerId="ADAL" clId="{C2EDD66D-DBE8-4BE9-ACBD-F3D6BC7B5612}" dt="2024-05-13T14:11:50.543" v="1287" actId="478"/>
          <ac:spMkLst>
            <pc:docMk/>
            <pc:sldMk cId="2968935830" sldId="278"/>
            <ac:spMk id="105" creationId="{AE837837-ED4B-6858-2D84-1C2DAAF029F4}"/>
          </ac:spMkLst>
        </pc:spChg>
        <pc:spChg chg="add mod">
          <ac:chgData name="이규빈" userId="b9d40a19-df1b-458f-86df-cd2cb0ed7b78" providerId="ADAL" clId="{C2EDD66D-DBE8-4BE9-ACBD-F3D6BC7B5612}" dt="2024-05-13T14:58:12.223" v="1596" actId="207"/>
          <ac:spMkLst>
            <pc:docMk/>
            <pc:sldMk cId="2968935830" sldId="278"/>
            <ac:spMk id="106" creationId="{B42D7920-B4F0-16E5-B0BE-3BD487682E45}"/>
          </ac:spMkLst>
        </pc:spChg>
        <pc:spChg chg="add mod">
          <ac:chgData name="이규빈" userId="b9d40a19-df1b-458f-86df-cd2cb0ed7b78" providerId="ADAL" clId="{C2EDD66D-DBE8-4BE9-ACBD-F3D6BC7B5612}" dt="2024-05-13T14:58:12.223" v="1596" actId="207"/>
          <ac:spMkLst>
            <pc:docMk/>
            <pc:sldMk cId="2968935830" sldId="278"/>
            <ac:spMk id="107" creationId="{0644753C-2A07-F86F-E280-7AE67BC03B4D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08" creationId="{4D75E13B-8704-C4E0-AA4A-E901907937B1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09" creationId="{E8F1FCB2-4D6B-CD5D-CDFF-87E6D6FE5A92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10" creationId="{1DD5D1FC-12A3-A2F5-4CC4-C6E0771AD94F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12" creationId="{254A42CB-63B2-F81A-10E5-62C4CDDD4866}"/>
          </ac:spMkLst>
        </pc:spChg>
        <pc:spChg chg="add mod">
          <ac:chgData name="이규빈" userId="b9d40a19-df1b-458f-86df-cd2cb0ed7b78" providerId="ADAL" clId="{C2EDD66D-DBE8-4BE9-ACBD-F3D6BC7B5612}" dt="2024-05-13T14:58:12.223" v="1596" actId="207"/>
          <ac:spMkLst>
            <pc:docMk/>
            <pc:sldMk cId="2968935830" sldId="278"/>
            <ac:spMk id="114" creationId="{7246B219-C37B-680F-3FF1-9795776D3A9A}"/>
          </ac:spMkLst>
        </pc:spChg>
        <pc:spChg chg="add mod">
          <ac:chgData name="이규빈" userId="b9d40a19-df1b-458f-86df-cd2cb0ed7b78" providerId="ADAL" clId="{C2EDD66D-DBE8-4BE9-ACBD-F3D6BC7B5612}" dt="2024-05-13T14:58:12.223" v="1596" actId="207"/>
          <ac:spMkLst>
            <pc:docMk/>
            <pc:sldMk cId="2968935830" sldId="278"/>
            <ac:spMk id="115" creationId="{911BDC7C-51EE-F84F-E4BE-729793678000}"/>
          </ac:spMkLst>
        </pc:spChg>
        <pc:spChg chg="add mod">
          <ac:chgData name="이규빈" userId="b9d40a19-df1b-458f-86df-cd2cb0ed7b78" providerId="ADAL" clId="{C2EDD66D-DBE8-4BE9-ACBD-F3D6BC7B5612}" dt="2024-05-13T15:03:33.606" v="1645"/>
          <ac:spMkLst>
            <pc:docMk/>
            <pc:sldMk cId="2968935830" sldId="278"/>
            <ac:spMk id="116" creationId="{DF0FB2B7-418B-5A89-1DBF-E9F772F026E1}"/>
          </ac:spMkLst>
        </pc:spChg>
        <pc:spChg chg="add mod">
          <ac:chgData name="이규빈" userId="b9d40a19-df1b-458f-86df-cd2cb0ed7b78" providerId="ADAL" clId="{C2EDD66D-DBE8-4BE9-ACBD-F3D6BC7B5612}" dt="2024-05-13T14:58:12.223" v="1596" actId="207"/>
          <ac:spMkLst>
            <pc:docMk/>
            <pc:sldMk cId="2968935830" sldId="278"/>
            <ac:spMk id="117" creationId="{A163B4F2-6BBF-6774-B4DB-1197C1277BB7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18" creationId="{E304DF81-5A08-05BE-56DB-0022892FD88B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19" creationId="{1DCBC31E-FE06-05F9-043F-75F6CBE49A1A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0" creationId="{CD1534A6-52F4-4F1C-ADA8-9C367EDF4197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1" creationId="{5A1797A1-EC5D-87B8-0C00-B6B8162A2C83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2" creationId="{F0209A81-574B-0E8C-E62F-CD2C952C1260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3" creationId="{DD78FCCD-88F9-6A83-D9E6-056BC642B3D9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4" creationId="{B13A3BEE-5D34-57CB-355D-01EA8E51F465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5" creationId="{06E67DCE-7E87-E1DB-EC97-0150DA7C12BA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6" creationId="{E09B38A5-E518-4392-204A-1AE267807141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127" creationId="{0D2EA14C-9E7E-6486-9B88-9E76B3D71030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38" creationId="{F8282E8F-8F8F-913D-A600-15A1027DB4B7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39" creationId="{90DCEF47-3534-1FC2-4422-46BD786E8AB4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40" creationId="{0B408CAE-4030-B140-A21E-93CA86216AF3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41" creationId="{81DB1571-DF7C-36F8-22D2-48AE0B0F8423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43" creationId="{DB48B2BA-4B74-D09A-F3B0-C178B235D903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54" creationId="{0864DCD1-BAB2-3862-3382-EAD07F1A3A6A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55" creationId="{CC8DDF12-9074-11E4-4F06-D4B4D36A851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56" creationId="{F15224C4-32DB-3F88-D013-1DFB7D2C6F29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58" creationId="{1A6889C5-2B07-2814-8A42-EC3EF4E417A0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2" creationId="{0F3EA05F-58D9-D54D-C3FE-7EA866D4826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3" creationId="{9B798B63-C3EA-37E2-AD67-A7F7389F9CC6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4" creationId="{664D507F-288E-4979-1372-D7CE74A289CF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6" creationId="{E258498A-F72E-7BC0-F991-07225D166DD2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7" creationId="{AD8C4381-1C37-B585-6AF4-4B4A8BFB4542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8" creationId="{B0CE3D94-AA21-3A34-8ED9-A9A5BE02444E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89" creationId="{172A9567-B3E8-DA1E-9F84-F8F3500E2575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1" creationId="{94DF2663-CA99-0EAB-2630-DB92D4F47D24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3" creationId="{6CCF243F-1B6D-459C-AF10-66D248179857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4" creationId="{3A711B6F-3E56-28DD-0929-D75D25AF732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5" creationId="{2B20E9E2-712B-B167-2471-7261072A3BE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7" creationId="{50B2A717-1D67-AFC9-CCAE-4CFC697844C2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8" creationId="{AF105923-A9CB-A460-73BA-D6626604FCD9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199" creationId="{C6E91C30-63A3-75DB-5F34-796608593BDE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00" creationId="{1F5F052C-A8B6-0C67-C7E0-BF291305CD9D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02" creationId="{6435FE5F-F78E-0979-849D-AEC788BD8107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08" creationId="{7397C054-5F7F-0A4C-57CF-1168101CC42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09" creationId="{FAE277E3-9E17-2D10-2E06-A1C43CEA335A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0" creationId="{23D8E597-BC08-1415-64B4-95FE8540C508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2" creationId="{44392D70-E39D-EBA7-4253-7DDDC259FD7A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3" creationId="{F6616E8C-06FA-01F9-61D2-30ADC0B2D17A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4" creationId="{8B94D667-FA91-127A-4731-9AC4223EA95D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5" creationId="{64D8ABB7-A961-6271-737A-CB8B6085D87C}"/>
          </ac:spMkLst>
        </pc:spChg>
        <pc:spChg chg="del">
          <ac:chgData name="이규빈" userId="b9d40a19-df1b-458f-86df-cd2cb0ed7b78" providerId="ADAL" clId="{C2EDD66D-DBE8-4BE9-ACBD-F3D6BC7B5612}" dt="2024-05-13T08:37:45.756" v="45" actId="478"/>
          <ac:spMkLst>
            <pc:docMk/>
            <pc:sldMk cId="2968935830" sldId="278"/>
            <ac:spMk id="217" creationId="{2B5F53DC-7C49-E03A-AA16-D1EF8F9BEECA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448" creationId="{AC404F48-3A9E-6DD9-AAB0-A9C0E016D74C}"/>
          </ac:spMkLst>
        </pc:spChg>
        <pc:spChg chg="add del mod">
          <ac:chgData name="이규빈" userId="b9d40a19-df1b-458f-86df-cd2cb0ed7b78" providerId="ADAL" clId="{C2EDD66D-DBE8-4BE9-ACBD-F3D6BC7B5612}" dt="2024-05-13T08:52:52.669" v="251" actId="478"/>
          <ac:spMkLst>
            <pc:docMk/>
            <pc:sldMk cId="2968935830" sldId="278"/>
            <ac:spMk id="449" creationId="{DBF0414A-2C53-680E-A235-F63BE8F349B4}"/>
          </ac:spMkLst>
        </pc:spChg>
        <pc:spChg chg="add del mod">
          <ac:chgData name="이규빈" userId="b9d40a19-df1b-458f-86df-cd2cb0ed7b78" providerId="ADAL" clId="{C2EDD66D-DBE8-4BE9-ACBD-F3D6BC7B5612}" dt="2024-05-13T08:55:12.742" v="279" actId="478"/>
          <ac:spMkLst>
            <pc:docMk/>
            <pc:sldMk cId="2968935830" sldId="278"/>
            <ac:spMk id="450" creationId="{2245DCE7-3B23-04D9-CA63-A2E7AC9BB5D7}"/>
          </ac:spMkLst>
        </pc:spChg>
        <pc:spChg chg="add del">
          <ac:chgData name="이규빈" userId="b9d40a19-df1b-458f-86df-cd2cb0ed7b78" providerId="ADAL" clId="{C2EDD66D-DBE8-4BE9-ACBD-F3D6BC7B5612}" dt="2024-05-13T08:53:54.558" v="262" actId="478"/>
          <ac:spMkLst>
            <pc:docMk/>
            <pc:sldMk cId="2968935830" sldId="278"/>
            <ac:spMk id="451" creationId="{ED2478AF-A914-B457-DEB2-9BBCE61782CD}"/>
          </ac:spMkLst>
        </pc:spChg>
        <pc:spChg chg="add mod ord topLvl">
          <ac:chgData name="이규빈" userId="b9d40a19-df1b-458f-86df-cd2cb0ed7b78" providerId="ADAL" clId="{C2EDD66D-DBE8-4BE9-ACBD-F3D6BC7B5612}" dt="2024-05-13T14:24:44.360" v="1452" actId="12789"/>
          <ac:spMkLst>
            <pc:docMk/>
            <pc:sldMk cId="2968935830" sldId="278"/>
            <ac:spMk id="453" creationId="{8C0D370B-9A55-1281-0CA2-DC39625A8C0A}"/>
          </ac:spMkLst>
        </pc:spChg>
        <pc:spChg chg="add mod">
          <ac:chgData name="이규빈" userId="b9d40a19-df1b-458f-86df-cd2cb0ed7b78" providerId="ADAL" clId="{C2EDD66D-DBE8-4BE9-ACBD-F3D6BC7B5612}" dt="2024-05-13T08:54:31.583" v="272" actId="571"/>
          <ac:spMkLst>
            <pc:docMk/>
            <pc:sldMk cId="2968935830" sldId="278"/>
            <ac:spMk id="454" creationId="{90EB4327-F665-6D60-024B-56D671AA738D}"/>
          </ac:spMkLst>
        </pc:spChg>
        <pc:spChg chg="add mod">
          <ac:chgData name="이규빈" userId="b9d40a19-df1b-458f-86df-cd2cb0ed7b78" providerId="ADAL" clId="{C2EDD66D-DBE8-4BE9-ACBD-F3D6BC7B5612}" dt="2024-05-13T08:54:31.583" v="272" actId="571"/>
          <ac:spMkLst>
            <pc:docMk/>
            <pc:sldMk cId="2968935830" sldId="278"/>
            <ac:spMk id="456" creationId="{72574FEA-8E10-DE7F-BEAF-FA452A9536CA}"/>
          </ac:spMkLst>
        </pc:spChg>
        <pc:spChg chg="add del mod ord">
          <ac:chgData name="이규빈" userId="b9d40a19-df1b-458f-86df-cd2cb0ed7b78" providerId="ADAL" clId="{C2EDD66D-DBE8-4BE9-ACBD-F3D6BC7B5612}" dt="2024-05-13T13:58:21.552" v="1140" actId="478"/>
          <ac:spMkLst>
            <pc:docMk/>
            <pc:sldMk cId="2968935830" sldId="278"/>
            <ac:spMk id="457" creationId="{5A5C45EE-E6D2-ACA5-4C0C-9B61B78B0CA4}"/>
          </ac:spMkLst>
        </pc:spChg>
        <pc:spChg chg="add del mod">
          <ac:chgData name="이규빈" userId="b9d40a19-df1b-458f-86df-cd2cb0ed7b78" providerId="ADAL" clId="{C2EDD66D-DBE8-4BE9-ACBD-F3D6BC7B5612}" dt="2024-05-13T08:54:47.941" v="275" actId="478"/>
          <ac:spMkLst>
            <pc:docMk/>
            <pc:sldMk cId="2968935830" sldId="278"/>
            <ac:spMk id="458" creationId="{9D9196F8-4CA0-A8C6-FF96-40780C1F8BFF}"/>
          </ac:spMkLst>
        </pc:spChg>
        <pc:spChg chg="add del mod">
          <ac:chgData name="이규빈" userId="b9d40a19-df1b-458f-86df-cd2cb0ed7b78" providerId="ADAL" clId="{C2EDD66D-DBE8-4BE9-ACBD-F3D6BC7B5612}" dt="2024-05-13T08:56:20.151" v="292" actId="11529"/>
          <ac:spMkLst>
            <pc:docMk/>
            <pc:sldMk cId="2968935830" sldId="278"/>
            <ac:spMk id="459" creationId="{3A2D4110-4F82-7A6D-94AF-930DD135684D}"/>
          </ac:spMkLst>
        </pc:spChg>
        <pc:spChg chg="add mod topLvl">
          <ac:chgData name="이규빈" userId="b9d40a19-df1b-458f-86df-cd2cb0ed7b78" providerId="ADAL" clId="{C2EDD66D-DBE8-4BE9-ACBD-F3D6BC7B5612}" dt="2024-05-13T14:53:46.343" v="1575" actId="12788"/>
          <ac:spMkLst>
            <pc:docMk/>
            <pc:sldMk cId="2968935830" sldId="278"/>
            <ac:spMk id="460" creationId="{25166129-1CB6-8284-FD24-BC427BA34728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1" creationId="{50E6DB98-177D-CE9A-D442-259E0DBCA954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2" creationId="{D48EB817-9AD1-F132-CF22-0C3149C5BCBB}"/>
          </ac:spMkLst>
        </pc:spChg>
        <pc:spChg chg="add del mod">
          <ac:chgData name="이규빈" userId="b9d40a19-df1b-458f-86df-cd2cb0ed7b78" providerId="ADAL" clId="{C2EDD66D-DBE8-4BE9-ACBD-F3D6BC7B5612}" dt="2024-05-13T09:02:08.644" v="341" actId="478"/>
          <ac:spMkLst>
            <pc:docMk/>
            <pc:sldMk cId="2968935830" sldId="278"/>
            <ac:spMk id="463" creationId="{9FD5695A-7377-2C7A-2071-E2B682B20739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4" creationId="{000FA67F-4D81-9893-30A1-65EAE1A2C900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5" creationId="{DA50CB0B-85D4-6831-9F37-5CAEFE6C7506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6" creationId="{2338A527-F6F9-07A3-404F-6B6D55FA58E8}"/>
          </ac:spMkLst>
        </pc:spChg>
        <pc:spChg chg="add del mod">
          <ac:chgData name="이규빈" userId="b9d40a19-df1b-458f-86df-cd2cb0ed7b78" providerId="ADAL" clId="{C2EDD66D-DBE8-4BE9-ACBD-F3D6BC7B5612}" dt="2024-05-13T09:02:18.220" v="343" actId="478"/>
          <ac:spMkLst>
            <pc:docMk/>
            <pc:sldMk cId="2968935830" sldId="278"/>
            <ac:spMk id="467" creationId="{2FF4DBEC-A404-3E9C-A9E5-D2A9EA523C9D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8" creationId="{CAAD24C7-B16F-5DF5-8765-A933B852AF10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69" creationId="{A1A4972F-217D-3F95-AB23-ADDFD8EE9625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70" creationId="{EA6A477A-442E-6513-9E76-624A339BC533}"/>
          </ac:spMkLst>
        </pc:spChg>
        <pc:spChg chg="add del mod">
          <ac:chgData name="이규빈" userId="b9d40a19-df1b-458f-86df-cd2cb0ed7b78" providerId="ADAL" clId="{C2EDD66D-DBE8-4BE9-ACBD-F3D6BC7B5612}" dt="2024-05-13T09:01:30.230" v="332" actId="478"/>
          <ac:spMkLst>
            <pc:docMk/>
            <pc:sldMk cId="2968935830" sldId="278"/>
            <ac:spMk id="471" creationId="{D3FF4354-EFF9-AF5E-DBBC-1663C3D75D5F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77" creationId="{80E48C37-5557-85EA-0399-AA96BA204E46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78" creationId="{EEC2ECC0-76B6-0301-5A4E-6FABFFE34829}"/>
          </ac:spMkLst>
        </pc:spChg>
        <pc:spChg chg="add mod">
          <ac:chgData name="이규빈" userId="b9d40a19-df1b-458f-86df-cd2cb0ed7b78" providerId="ADAL" clId="{C2EDD66D-DBE8-4BE9-ACBD-F3D6BC7B5612}" dt="2024-05-13T09:02:26.719" v="345" actId="571"/>
          <ac:spMkLst>
            <pc:docMk/>
            <pc:sldMk cId="2968935830" sldId="278"/>
            <ac:spMk id="479" creationId="{D825196F-D596-0197-7F44-C6FA58864296}"/>
          </ac:spMkLst>
        </pc:spChg>
        <pc:spChg chg="add del mod topLvl">
          <ac:chgData name="이규빈" userId="b9d40a19-df1b-458f-86df-cd2cb0ed7b78" providerId="ADAL" clId="{C2EDD66D-DBE8-4BE9-ACBD-F3D6BC7B5612}" dt="2024-05-13T14:12:47.288" v="1289" actId="478"/>
          <ac:spMkLst>
            <pc:docMk/>
            <pc:sldMk cId="2968935830" sldId="278"/>
            <ac:spMk id="480" creationId="{D6BAC946-2AE9-30C2-9B06-4794D0DA9CFF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81" creationId="{60F0697C-FB80-1D2B-EE1D-0CA5681CF90B}"/>
          </ac:spMkLst>
        </pc:spChg>
        <pc:spChg chg="add del mod">
          <ac:chgData name="이규빈" userId="b9d40a19-df1b-458f-86df-cd2cb0ed7b78" providerId="ADAL" clId="{C2EDD66D-DBE8-4BE9-ACBD-F3D6BC7B5612}" dt="2024-05-13T09:19:09.859" v="546" actId="478"/>
          <ac:spMkLst>
            <pc:docMk/>
            <pc:sldMk cId="2968935830" sldId="278"/>
            <ac:spMk id="485" creationId="{072A8830-77AF-4727-11F9-F1A6DF61FEB3}"/>
          </ac:spMkLst>
        </pc:spChg>
        <pc:spChg chg="add mod topLvl">
          <ac:chgData name="이규빈" userId="b9d40a19-df1b-458f-86df-cd2cb0ed7b78" providerId="ADAL" clId="{C2EDD66D-DBE8-4BE9-ACBD-F3D6BC7B5612}" dt="2024-05-13T14:53:46.343" v="1575" actId="12788"/>
          <ac:spMkLst>
            <pc:docMk/>
            <pc:sldMk cId="2968935830" sldId="278"/>
            <ac:spMk id="487" creationId="{1D8ADE36-089F-A486-8602-0E2953AC7892}"/>
          </ac:spMkLst>
        </pc:spChg>
        <pc:spChg chg="add del mod">
          <ac:chgData name="이규빈" userId="b9d40a19-df1b-458f-86df-cd2cb0ed7b78" providerId="ADAL" clId="{C2EDD66D-DBE8-4BE9-ACBD-F3D6BC7B5612}" dt="2024-05-13T09:12:22.964" v="452" actId="478"/>
          <ac:spMkLst>
            <pc:docMk/>
            <pc:sldMk cId="2968935830" sldId="278"/>
            <ac:spMk id="488" creationId="{8B6EEA9F-756B-560D-9735-5B096329F9C8}"/>
          </ac:spMkLst>
        </pc:spChg>
        <pc:spChg chg="add mod topLvl">
          <ac:chgData name="이규빈" userId="b9d40a19-df1b-458f-86df-cd2cb0ed7b78" providerId="ADAL" clId="{C2EDD66D-DBE8-4BE9-ACBD-F3D6BC7B5612}" dt="2024-05-13T14:01:38.954" v="1160" actId="165"/>
          <ac:spMkLst>
            <pc:docMk/>
            <pc:sldMk cId="2968935830" sldId="278"/>
            <ac:spMk id="489" creationId="{F991B896-2A52-92AD-B4FD-09DD32865FF5}"/>
          </ac:spMkLst>
        </pc:spChg>
        <pc:spChg chg="add mod">
          <ac:chgData name="이규빈" userId="b9d40a19-df1b-458f-86df-cd2cb0ed7b78" providerId="ADAL" clId="{C2EDD66D-DBE8-4BE9-ACBD-F3D6BC7B5612}" dt="2024-05-13T09:13:02.014" v="475" actId="571"/>
          <ac:spMkLst>
            <pc:docMk/>
            <pc:sldMk cId="2968935830" sldId="278"/>
            <ac:spMk id="490" creationId="{4547259B-5D88-CFA2-C303-3ABC43A2AB9C}"/>
          </ac:spMkLst>
        </pc:spChg>
        <pc:spChg chg="add del mod topLvl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91" creationId="{28370A3C-CC08-962A-66D0-B7B025B94191}"/>
          </ac:spMkLst>
        </pc:spChg>
        <pc:spChg chg="add del mod topLvl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92" creationId="{0655C53B-AE0A-AD22-3DA6-193AEC73AC23}"/>
          </ac:spMkLst>
        </pc:spChg>
        <pc:spChg chg="add del mod">
          <ac:chgData name="이규빈" userId="b9d40a19-df1b-458f-86df-cd2cb0ed7b78" providerId="ADAL" clId="{C2EDD66D-DBE8-4BE9-ACBD-F3D6BC7B5612}" dt="2024-05-13T13:53:01.576" v="1070" actId="478"/>
          <ac:spMkLst>
            <pc:docMk/>
            <pc:sldMk cId="2968935830" sldId="278"/>
            <ac:spMk id="495" creationId="{49893A22-A6B2-8DE7-9791-80D0034B75DC}"/>
          </ac:spMkLst>
        </pc:spChg>
        <pc:spChg chg="add del mod">
          <ac:chgData name="이규빈" userId="b9d40a19-df1b-458f-86df-cd2cb0ed7b78" providerId="ADAL" clId="{C2EDD66D-DBE8-4BE9-ACBD-F3D6BC7B5612}" dt="2024-05-13T09:16:13.588" v="513" actId="478"/>
          <ac:spMkLst>
            <pc:docMk/>
            <pc:sldMk cId="2968935830" sldId="278"/>
            <ac:spMk id="496" creationId="{268FB38C-9F1B-03A6-CC2C-FE2229622BB6}"/>
          </ac:spMkLst>
        </pc:spChg>
        <pc:spChg chg="add del mod">
          <ac:chgData name="이규빈" userId="b9d40a19-df1b-458f-86df-cd2cb0ed7b78" providerId="ADAL" clId="{C2EDD66D-DBE8-4BE9-ACBD-F3D6BC7B5612}" dt="2024-05-13T14:03:44.432" v="1178" actId="478"/>
          <ac:spMkLst>
            <pc:docMk/>
            <pc:sldMk cId="2968935830" sldId="278"/>
            <ac:spMk id="497" creationId="{F4FCA243-7B65-1CA7-2444-9BEA01C26916}"/>
          </ac:spMkLst>
        </pc:spChg>
        <pc:spChg chg="add del mod">
          <ac:chgData name="이규빈" userId="b9d40a19-df1b-458f-86df-cd2cb0ed7b78" providerId="ADAL" clId="{C2EDD66D-DBE8-4BE9-ACBD-F3D6BC7B5612}" dt="2024-05-13T11:27:59.379" v="765" actId="478"/>
          <ac:spMkLst>
            <pc:docMk/>
            <pc:sldMk cId="2968935830" sldId="278"/>
            <ac:spMk id="498" creationId="{616E2AAD-436C-0E39-C153-FC3D18B9CA9F}"/>
          </ac:spMkLst>
        </pc:spChg>
        <pc:spChg chg="add del">
          <ac:chgData name="이규빈" userId="b9d40a19-df1b-458f-86df-cd2cb0ed7b78" providerId="ADAL" clId="{C2EDD66D-DBE8-4BE9-ACBD-F3D6BC7B5612}" dt="2024-05-13T11:34:12.122" v="824" actId="478"/>
          <ac:spMkLst>
            <pc:docMk/>
            <pc:sldMk cId="2968935830" sldId="278"/>
            <ac:spMk id="499" creationId="{9850A727-3362-B470-D84C-7BAC26BD932F}"/>
          </ac:spMkLst>
        </pc:spChg>
        <pc:spChg chg="add del">
          <ac:chgData name="이규빈" userId="b9d40a19-df1b-458f-86df-cd2cb0ed7b78" providerId="ADAL" clId="{C2EDD66D-DBE8-4BE9-ACBD-F3D6BC7B5612}" dt="2024-05-13T12:03:52.577" v="894" actId="478"/>
          <ac:spMkLst>
            <pc:docMk/>
            <pc:sldMk cId="2968935830" sldId="278"/>
            <ac:spMk id="500" creationId="{5AB26297-D101-FE73-A69F-275CD7820FFA}"/>
          </ac:spMkLst>
        </pc:spChg>
        <pc:spChg chg="add mod topLvl">
          <ac:chgData name="이규빈" userId="b9d40a19-df1b-458f-86df-cd2cb0ed7b78" providerId="ADAL" clId="{C2EDD66D-DBE8-4BE9-ACBD-F3D6BC7B5612}" dt="2024-05-13T14:17:33.401" v="1366" actId="255"/>
          <ac:spMkLst>
            <pc:docMk/>
            <pc:sldMk cId="2968935830" sldId="278"/>
            <ac:spMk id="503" creationId="{42174153-39DF-4A71-1FDF-38BC8D8DD51D}"/>
          </ac:spMkLst>
        </pc:spChg>
        <pc:spChg chg="add del mod topLvl">
          <ac:chgData name="이규빈" userId="b9d40a19-df1b-458f-86df-cd2cb0ed7b78" providerId="ADAL" clId="{C2EDD66D-DBE8-4BE9-ACBD-F3D6BC7B5612}" dt="2024-05-13T14:12:47.288" v="1289" actId="478"/>
          <ac:spMkLst>
            <pc:docMk/>
            <pc:sldMk cId="2968935830" sldId="278"/>
            <ac:spMk id="504" creationId="{ED8A52C3-4BFF-16E7-CC7E-0E6820BC8744}"/>
          </ac:spMkLst>
        </pc:spChg>
        <pc:spChg chg="add del mod topLvl">
          <ac:chgData name="이규빈" userId="b9d40a19-df1b-458f-86df-cd2cb0ed7b78" providerId="ADAL" clId="{C2EDD66D-DBE8-4BE9-ACBD-F3D6BC7B5612}" dt="2024-05-13T14:12:47.288" v="1289" actId="478"/>
          <ac:spMkLst>
            <pc:docMk/>
            <pc:sldMk cId="2968935830" sldId="278"/>
            <ac:spMk id="505" creationId="{4607D4D1-F7F3-E364-2C88-90B74A0B816C}"/>
          </ac:spMkLst>
        </pc:spChg>
        <pc:spChg chg="add del mod topLvl">
          <ac:chgData name="이규빈" userId="b9d40a19-df1b-458f-86df-cd2cb0ed7b78" providerId="ADAL" clId="{C2EDD66D-DBE8-4BE9-ACBD-F3D6BC7B5612}" dt="2024-05-13T14:12:47.288" v="1289" actId="478"/>
          <ac:spMkLst>
            <pc:docMk/>
            <pc:sldMk cId="2968935830" sldId="278"/>
            <ac:spMk id="506" creationId="{3ED2771C-7D64-88EC-2E2F-90522AABFBAC}"/>
          </ac:spMkLst>
        </pc:spChg>
        <pc:spChg chg="add del mod topLvl">
          <ac:chgData name="이규빈" userId="b9d40a19-df1b-458f-86df-cd2cb0ed7b78" providerId="ADAL" clId="{C2EDD66D-DBE8-4BE9-ACBD-F3D6BC7B5612}" dt="2024-05-13T14:12:47.288" v="1289" actId="478"/>
          <ac:spMkLst>
            <pc:docMk/>
            <pc:sldMk cId="2968935830" sldId="278"/>
            <ac:spMk id="507" creationId="{166AA325-5ED4-F11A-61FE-511AFFB49D22}"/>
          </ac:spMkLst>
        </pc:spChg>
        <pc:spChg chg="add del">
          <ac:chgData name="이규빈" userId="b9d40a19-df1b-458f-86df-cd2cb0ed7b78" providerId="ADAL" clId="{C2EDD66D-DBE8-4BE9-ACBD-F3D6BC7B5612}" dt="2024-05-13T13:53:58.520" v="1082" actId="478"/>
          <ac:spMkLst>
            <pc:docMk/>
            <pc:sldMk cId="2968935830" sldId="278"/>
            <ac:spMk id="509" creationId="{45A8F2F6-6CDD-E0D4-CB59-4B65B31336B3}"/>
          </ac:spMkLst>
        </pc:spChg>
        <pc:spChg chg="add del mod">
          <ac:chgData name="이규빈" userId="b9d40a19-df1b-458f-86df-cd2cb0ed7b78" providerId="ADAL" clId="{C2EDD66D-DBE8-4BE9-ACBD-F3D6BC7B5612}" dt="2024-05-13T13:53:59.176" v="1083" actId="478"/>
          <ac:spMkLst>
            <pc:docMk/>
            <pc:sldMk cId="2968935830" sldId="278"/>
            <ac:spMk id="510" creationId="{C55D43E4-183B-1A4E-D754-B7541B9C6B24}"/>
          </ac:spMkLst>
        </pc:spChg>
        <pc:spChg chg="add del mod">
          <ac:chgData name="이규빈" userId="b9d40a19-df1b-458f-86df-cd2cb0ed7b78" providerId="ADAL" clId="{C2EDD66D-DBE8-4BE9-ACBD-F3D6BC7B5612}" dt="2024-05-13T13:55:25.512" v="1120" actId="478"/>
          <ac:spMkLst>
            <pc:docMk/>
            <pc:sldMk cId="2968935830" sldId="278"/>
            <ac:spMk id="511" creationId="{CB607DD1-9F50-AD6B-8B15-9679B8624D17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512" creationId="{EF1FFACD-4CD9-DA12-7756-776190E28403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513" creationId="{34BF4ADA-A274-FC9E-22A8-ABED56F56B22}"/>
          </ac:spMkLst>
        </pc:spChg>
        <pc:spChg chg="add mod">
          <ac:chgData name="이규빈" userId="b9d40a19-df1b-458f-86df-cd2cb0ed7b78" providerId="ADAL" clId="{C2EDD66D-DBE8-4BE9-ACBD-F3D6BC7B5612}" dt="2024-05-13T14:16:29.437" v="1325" actId="571"/>
          <ac:spMkLst>
            <pc:docMk/>
            <pc:sldMk cId="2968935830" sldId="278"/>
            <ac:spMk id="514" creationId="{BC0AAD30-0179-1B45-F8CB-481C51213E42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15" creationId="{3D9CDCB9-E839-14A0-3B25-D281511C8103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16" creationId="{23D5009C-14E9-5787-3286-BE55A0306605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17" creationId="{86D1F031-8386-1F60-681E-260FEA5ED90B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18" creationId="{E208CE0E-CC40-A99F-5344-B52F78F57041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19" creationId="{4A99FD11-8E2D-8B68-F28D-CFE8B09CE56D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0" creationId="{49C2F492-F8BE-61FB-2F14-F7117B6D67EB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1" creationId="{794CB245-F04B-41DC-963D-062F80821449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2" creationId="{E5E98FFD-92C2-5BE7-7F17-17BFA6A22BC4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3" creationId="{1E2CD957-059E-A7A0-EEEC-F2D1C02AE7DD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4" creationId="{F9D6A524-F3DB-405A-86D1-9BB2D32C63D0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5" creationId="{62B9F182-C153-FA98-A9BC-5EDCF47170FD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6" creationId="{67F3DEDB-58B9-5708-0C86-071E9BDFFF97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7" creationId="{E44D6AF7-2331-B348-D216-2FF5B85EB5CC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8" creationId="{98A7E889-24C5-FDE5-0EFB-0E2345756A66}"/>
          </ac:spMkLst>
        </pc:spChg>
        <pc:spChg chg="add del mod">
          <ac:chgData name="이규빈" userId="b9d40a19-df1b-458f-86df-cd2cb0ed7b78" providerId="ADAL" clId="{C2EDD66D-DBE8-4BE9-ACBD-F3D6BC7B5612}" dt="2024-05-13T14:45:53.166" v="1495" actId="478"/>
          <ac:spMkLst>
            <pc:docMk/>
            <pc:sldMk cId="2968935830" sldId="278"/>
            <ac:spMk id="529" creationId="{F756D94C-8DE5-2FF0-3E0E-3C43C138F83F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0" creationId="{FB9DA3C8-BDD0-0884-1CF5-3DDB87777187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1" creationId="{2D15B6EC-A309-A320-2D5A-8557CB61E190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2" creationId="{FE9F48D1-17A4-0B32-9102-64CA11EF06A2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3" creationId="{3C4351A4-C23C-6D31-8FEC-4F4F17D5B58E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4" creationId="{A8E3D64E-5655-56B4-D4BE-DE9A6B946F6B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5" creationId="{2F63015F-1B16-8C14-131C-65BC0291F466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6" creationId="{90E2687F-E39A-6429-F305-67A141F87D22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7" creationId="{AAA813D8-1AC2-D33D-2253-A5CE2BBEC792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8" creationId="{125E08FB-BFB9-0FF8-3FDF-526E9FB49DA1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39" creationId="{D45235CE-41D7-0855-8C5E-DF407D2FE980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0" creationId="{0B007CCB-F701-F06A-31DB-1ADADA30F4A2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1" creationId="{A7C1AC42-C163-D6B5-08C0-F623298DCF9C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2" creationId="{FDD55490-C32E-772D-D6C1-9719ED9B24BF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3" creationId="{8BEE7111-FFF5-F28E-08F2-860EDB2EF499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4" creationId="{72615191-851E-D3F7-8708-828702513502}"/>
          </ac:spMkLst>
        </pc:spChg>
        <pc:spChg chg="add mod">
          <ac:chgData name="이규빈" userId="b9d40a19-df1b-458f-86df-cd2cb0ed7b78" providerId="ADAL" clId="{C2EDD66D-DBE8-4BE9-ACBD-F3D6BC7B5612}" dt="2024-05-13T14:20:56.621" v="1377"/>
          <ac:spMkLst>
            <pc:docMk/>
            <pc:sldMk cId="2968935830" sldId="278"/>
            <ac:spMk id="545" creationId="{A9B67307-00EE-19A3-CD80-5349B98ADB95}"/>
          </ac:spMkLst>
        </pc:spChg>
        <pc:spChg chg="add del mod">
          <ac:chgData name="이규빈" userId="b9d40a19-df1b-458f-86df-cd2cb0ed7b78" providerId="ADAL" clId="{C2EDD66D-DBE8-4BE9-ACBD-F3D6BC7B5612}" dt="2024-05-13T14:47:17.734" v="1509" actId="478"/>
          <ac:spMkLst>
            <pc:docMk/>
            <pc:sldMk cId="2968935830" sldId="278"/>
            <ac:spMk id="546" creationId="{0CB93770-DBDD-680E-B16D-C82105AE3EB8}"/>
          </ac:spMkLst>
        </pc:spChg>
        <pc:spChg chg="add del mod">
          <ac:chgData name="이규빈" userId="b9d40a19-df1b-458f-86df-cd2cb0ed7b78" providerId="ADAL" clId="{C2EDD66D-DBE8-4BE9-ACBD-F3D6BC7B5612}" dt="2024-05-13T14:47:54.853" v="1517" actId="478"/>
          <ac:spMkLst>
            <pc:docMk/>
            <pc:sldMk cId="2968935830" sldId="278"/>
            <ac:spMk id="547" creationId="{82B0B4BC-1A63-B7EF-7F1E-526CF45C0F29}"/>
          </ac:spMkLst>
        </pc:spChg>
        <pc:spChg chg="add del mod">
          <ac:chgData name="이규빈" userId="b9d40a19-df1b-458f-86df-cd2cb0ed7b78" providerId="ADAL" clId="{C2EDD66D-DBE8-4BE9-ACBD-F3D6BC7B5612}" dt="2024-05-13T14:48:20.429" v="1522" actId="478"/>
          <ac:spMkLst>
            <pc:docMk/>
            <pc:sldMk cId="2968935830" sldId="278"/>
            <ac:spMk id="548" creationId="{2CD9F69E-166F-2ECD-2540-C07DEA9EDDC5}"/>
          </ac:spMkLst>
        </pc:spChg>
        <pc:spChg chg="add del mod">
          <ac:chgData name="이규빈" userId="b9d40a19-df1b-458f-86df-cd2cb0ed7b78" providerId="ADAL" clId="{C2EDD66D-DBE8-4BE9-ACBD-F3D6BC7B5612}" dt="2024-05-13T14:49:06.710" v="1538" actId="478"/>
          <ac:spMkLst>
            <pc:docMk/>
            <pc:sldMk cId="2968935830" sldId="278"/>
            <ac:spMk id="549" creationId="{EA1547DE-C5C5-33AA-032D-B50833F0F9F7}"/>
          </ac:spMkLst>
        </pc:spChg>
        <pc:spChg chg="add mod">
          <ac:chgData name="이규빈" userId="b9d40a19-df1b-458f-86df-cd2cb0ed7b78" providerId="ADAL" clId="{C2EDD66D-DBE8-4BE9-ACBD-F3D6BC7B5612}" dt="2024-05-13T14:52:56.551" v="1567" actId="255"/>
          <ac:spMkLst>
            <pc:docMk/>
            <pc:sldMk cId="2968935830" sldId="278"/>
            <ac:spMk id="552" creationId="{ACB5A7EB-453C-4B6A-BAFF-4611E93E5764}"/>
          </ac:spMkLst>
        </pc:spChg>
        <pc:spChg chg="add mod">
          <ac:chgData name="이규빈" userId="b9d40a19-df1b-458f-86df-cd2cb0ed7b78" providerId="ADAL" clId="{C2EDD66D-DBE8-4BE9-ACBD-F3D6BC7B5612}" dt="2024-05-13T14:49:53.135" v="1548" actId="571"/>
          <ac:spMkLst>
            <pc:docMk/>
            <pc:sldMk cId="2968935830" sldId="278"/>
            <ac:spMk id="553" creationId="{982D379F-925A-41E1-B3DF-2803C4980A18}"/>
          </ac:spMkLst>
        </pc:spChg>
        <pc:spChg chg="add mod">
          <ac:chgData name="이규빈" userId="b9d40a19-df1b-458f-86df-cd2cb0ed7b78" providerId="ADAL" clId="{C2EDD66D-DBE8-4BE9-ACBD-F3D6BC7B5612}" dt="2024-05-13T14:49:53.135" v="1548" actId="571"/>
          <ac:spMkLst>
            <pc:docMk/>
            <pc:sldMk cId="2968935830" sldId="278"/>
            <ac:spMk id="554" creationId="{132FDC2F-01D2-39C8-9910-7102B2B2C496}"/>
          </ac:spMkLst>
        </pc:spChg>
        <pc:spChg chg="add mod">
          <ac:chgData name="이규빈" userId="b9d40a19-df1b-458f-86df-cd2cb0ed7b78" providerId="ADAL" clId="{C2EDD66D-DBE8-4BE9-ACBD-F3D6BC7B5612}" dt="2024-05-13T14:49:53.135" v="1548" actId="571"/>
          <ac:spMkLst>
            <pc:docMk/>
            <pc:sldMk cId="2968935830" sldId="278"/>
            <ac:spMk id="555" creationId="{540FE569-7D8D-C37F-2F26-DAA35A25E124}"/>
          </ac:spMkLst>
        </pc:spChg>
        <pc:spChg chg="add mod">
          <ac:chgData name="이규빈" userId="b9d40a19-df1b-458f-86df-cd2cb0ed7b78" providerId="ADAL" clId="{C2EDD66D-DBE8-4BE9-ACBD-F3D6BC7B5612}" dt="2024-05-13T14:53:52.717" v="1577" actId="12788"/>
          <ac:spMkLst>
            <pc:docMk/>
            <pc:sldMk cId="2968935830" sldId="278"/>
            <ac:spMk id="556" creationId="{15B0DE49-7FCA-8C53-69F0-EB87D84B55DD}"/>
          </ac:spMkLst>
        </pc:spChg>
        <pc:spChg chg="add mod">
          <ac:chgData name="이규빈" userId="b9d40a19-df1b-458f-86df-cd2cb0ed7b78" providerId="ADAL" clId="{C2EDD66D-DBE8-4BE9-ACBD-F3D6BC7B5612}" dt="2024-05-13T14:53:52.717" v="1577" actId="12788"/>
          <ac:spMkLst>
            <pc:docMk/>
            <pc:sldMk cId="2968935830" sldId="278"/>
            <ac:spMk id="557" creationId="{E0BB2B11-8412-C544-25F1-A1639BCBECFD}"/>
          </ac:spMkLst>
        </pc:spChg>
        <pc:spChg chg="add mod">
          <ac:chgData name="이규빈" userId="b9d40a19-df1b-458f-86df-cd2cb0ed7b78" providerId="ADAL" clId="{C2EDD66D-DBE8-4BE9-ACBD-F3D6BC7B5612}" dt="2024-05-13T14:49:55.117" v="1550" actId="20577"/>
          <ac:spMkLst>
            <pc:docMk/>
            <pc:sldMk cId="2968935830" sldId="278"/>
            <ac:spMk id="558" creationId="{9DCE1051-4F6F-6E7A-7562-DDF119D5D3CC}"/>
          </ac:spMkLst>
        </pc:spChg>
        <pc:spChg chg="add mod">
          <ac:chgData name="이규빈" userId="b9d40a19-df1b-458f-86df-cd2cb0ed7b78" providerId="ADAL" clId="{C2EDD66D-DBE8-4BE9-ACBD-F3D6BC7B5612}" dt="2024-05-13T14:49:53.135" v="1548" actId="571"/>
          <ac:spMkLst>
            <pc:docMk/>
            <pc:sldMk cId="2968935830" sldId="278"/>
            <ac:spMk id="559" creationId="{A41B43A9-3D03-2C4A-DDC2-F7EB7044DA65}"/>
          </ac:spMkLst>
        </pc:spChg>
        <pc:spChg chg="add mod">
          <ac:chgData name="이규빈" userId="b9d40a19-df1b-458f-86df-cd2cb0ed7b78" providerId="ADAL" clId="{C2EDD66D-DBE8-4BE9-ACBD-F3D6BC7B5612}" dt="2024-05-13T14:52:56.551" v="1567" actId="255"/>
          <ac:spMkLst>
            <pc:docMk/>
            <pc:sldMk cId="2968935830" sldId="278"/>
            <ac:spMk id="560" creationId="{2D1E1CE2-623C-026E-8310-A9315BDDD5EF}"/>
          </ac:spMkLst>
        </pc:spChg>
        <pc:spChg chg="add mod">
          <ac:chgData name="이규빈" userId="b9d40a19-df1b-458f-86df-cd2cb0ed7b78" providerId="ADAL" clId="{C2EDD66D-DBE8-4BE9-ACBD-F3D6BC7B5612}" dt="2024-05-13T14:56:00.706" v="1585" actId="207"/>
          <ac:spMkLst>
            <pc:docMk/>
            <pc:sldMk cId="2968935830" sldId="278"/>
            <ac:spMk id="561" creationId="{A08CEE34-F8E5-46A8-2FFE-A69DE7E29772}"/>
          </ac:spMkLst>
        </pc:spChg>
        <pc:spChg chg="add mod">
          <ac:chgData name="이규빈" userId="b9d40a19-df1b-458f-86df-cd2cb0ed7b78" providerId="ADAL" clId="{C2EDD66D-DBE8-4BE9-ACBD-F3D6BC7B5612}" dt="2024-05-13T14:58:04.534" v="1594" actId="208"/>
          <ac:spMkLst>
            <pc:docMk/>
            <pc:sldMk cId="2968935830" sldId="278"/>
            <ac:spMk id="562" creationId="{2A5F1F08-5CE7-D0A5-62AB-875850499F9A}"/>
          </ac:spMkLst>
        </pc:spChg>
        <pc:spChg chg="add mod">
          <ac:chgData name="이규빈" userId="b9d40a19-df1b-458f-86df-cd2cb0ed7b78" providerId="ADAL" clId="{C2EDD66D-DBE8-4BE9-ACBD-F3D6BC7B5612}" dt="2024-05-13T14:56:00.706" v="1585" actId="207"/>
          <ac:spMkLst>
            <pc:docMk/>
            <pc:sldMk cId="2968935830" sldId="278"/>
            <ac:spMk id="563" creationId="{D7E50197-1642-07A4-70EE-3408247A85E1}"/>
          </ac:spMkLst>
        </pc:spChg>
        <pc:spChg chg="add mod">
          <ac:chgData name="이규빈" userId="b9d40a19-df1b-458f-86df-cd2cb0ed7b78" providerId="ADAL" clId="{C2EDD66D-DBE8-4BE9-ACBD-F3D6BC7B5612}" dt="2024-05-13T14:56:00.706" v="1585" actId="207"/>
          <ac:spMkLst>
            <pc:docMk/>
            <pc:sldMk cId="2968935830" sldId="278"/>
            <ac:spMk id="564" creationId="{F826AA84-CCB2-0194-0053-41AC6DCF3912}"/>
          </ac:spMkLst>
        </pc:spChg>
        <pc:spChg chg="add mod">
          <ac:chgData name="이규빈" userId="b9d40a19-df1b-458f-86df-cd2cb0ed7b78" providerId="ADAL" clId="{C2EDD66D-DBE8-4BE9-ACBD-F3D6BC7B5612}" dt="2024-05-13T15:03:31.430" v="1641"/>
          <ac:spMkLst>
            <pc:docMk/>
            <pc:sldMk cId="2968935830" sldId="278"/>
            <ac:spMk id="565" creationId="{C2AFE38B-930C-F0CA-6BF4-7F16CB16D5F2}"/>
          </ac:spMkLst>
        </pc:spChg>
        <pc:spChg chg="add mod">
          <ac:chgData name="이규빈" userId="b9d40a19-df1b-458f-86df-cd2cb0ed7b78" providerId="ADAL" clId="{C2EDD66D-DBE8-4BE9-ACBD-F3D6BC7B5612}" dt="2024-05-13T14:56:00.706" v="1585" actId="207"/>
          <ac:spMkLst>
            <pc:docMk/>
            <pc:sldMk cId="2968935830" sldId="278"/>
            <ac:spMk id="566" creationId="{D516C823-4368-56B9-827E-F7E2C50ED376}"/>
          </ac:spMkLst>
        </pc:spChg>
        <pc:spChg chg="add del mod">
          <ac:chgData name="이규빈" userId="b9d40a19-df1b-458f-86df-cd2cb0ed7b78" providerId="ADAL" clId="{C2EDD66D-DBE8-4BE9-ACBD-F3D6BC7B5612}" dt="2024-05-13T14:53:54.861" v="1578" actId="478"/>
          <ac:spMkLst>
            <pc:docMk/>
            <pc:sldMk cId="2968935830" sldId="278"/>
            <ac:spMk id="567" creationId="{59A49F25-8BD0-552A-3272-ACC9C12658FB}"/>
          </ac:spMkLst>
        </pc:spChg>
        <pc:spChg chg="add del mod">
          <ac:chgData name="이규빈" userId="b9d40a19-df1b-458f-86df-cd2cb0ed7b78" providerId="ADAL" clId="{C2EDD66D-DBE8-4BE9-ACBD-F3D6BC7B5612}" dt="2024-05-13T14:53:48.493" v="1576" actId="478"/>
          <ac:spMkLst>
            <pc:docMk/>
            <pc:sldMk cId="2968935830" sldId="278"/>
            <ac:spMk id="568" creationId="{A3A46295-BC48-73A3-9336-5E601168BC13}"/>
          </ac:spMkLst>
        </pc:spChg>
        <pc:spChg chg="add del">
          <ac:chgData name="이규빈" userId="b9d40a19-df1b-458f-86df-cd2cb0ed7b78" providerId="ADAL" clId="{C2EDD66D-DBE8-4BE9-ACBD-F3D6BC7B5612}" dt="2024-05-13T15:32:57.275" v="1859" actId="478"/>
          <ac:spMkLst>
            <pc:docMk/>
            <pc:sldMk cId="2968935830" sldId="278"/>
            <ac:spMk id="569" creationId="{66918A9C-71CF-1D3C-AE31-CBD1933AE1EF}"/>
          </ac:spMkLst>
        </pc:spChg>
        <pc:grpChg chg="add del mod">
          <ac:chgData name="이규빈" userId="b9d40a19-df1b-458f-86df-cd2cb0ed7b78" providerId="ADAL" clId="{C2EDD66D-DBE8-4BE9-ACBD-F3D6BC7B5612}" dt="2024-05-13T08:47:39.304" v="182" actId="165"/>
          <ac:grpSpMkLst>
            <pc:docMk/>
            <pc:sldMk cId="2968935830" sldId="278"/>
            <ac:grpSpMk id="33" creationId="{3512511E-3127-9B4D-D6E9-140630FE862E}"/>
          </ac:grpSpMkLst>
        </pc:grpChg>
        <pc:grpChg chg="add del mod">
          <ac:chgData name="이규빈" userId="b9d40a19-df1b-458f-86df-cd2cb0ed7b78" providerId="ADAL" clId="{C2EDD66D-DBE8-4BE9-ACBD-F3D6BC7B5612}" dt="2024-05-13T09:19:09.859" v="546" actId="478"/>
          <ac:grpSpMkLst>
            <pc:docMk/>
            <pc:sldMk cId="2968935830" sldId="278"/>
            <ac:grpSpMk id="40" creationId="{23B0B0D4-6B9E-A244-38CC-74DFF535FD8F}"/>
          </ac:grpSpMkLst>
        </pc:grpChg>
        <pc:grpChg chg="add mod">
          <ac:chgData name="이규빈" userId="b9d40a19-df1b-458f-86df-cd2cb0ed7b78" providerId="ADAL" clId="{C2EDD66D-DBE8-4BE9-ACBD-F3D6BC7B5612}" dt="2024-05-13T08:49:28.009" v="209"/>
          <ac:grpSpMkLst>
            <pc:docMk/>
            <pc:sldMk cId="2968935830" sldId="278"/>
            <ac:grpSpMk id="47" creationId="{E4020E4F-CC65-AFD4-15D7-D2E30A76A5E3}"/>
          </ac:grpSpMkLst>
        </pc:grpChg>
        <pc:grpChg chg="add del mod">
          <ac:chgData name="이규빈" userId="b9d40a19-df1b-458f-86df-cd2cb0ed7b78" providerId="ADAL" clId="{C2EDD66D-DBE8-4BE9-ACBD-F3D6BC7B5612}" dt="2024-05-13T14:01:38.954" v="1160" actId="165"/>
          <ac:grpSpMkLst>
            <pc:docMk/>
            <pc:sldMk cId="2968935830" sldId="278"/>
            <ac:grpSpMk id="68" creationId="{78703772-239A-0B66-9892-9C7427B1226B}"/>
          </ac:grpSpMkLst>
        </pc:grpChg>
        <pc:grpChg chg="add del mod">
          <ac:chgData name="이규빈" userId="b9d40a19-df1b-458f-86df-cd2cb0ed7b78" providerId="ADAL" clId="{C2EDD66D-DBE8-4BE9-ACBD-F3D6BC7B5612}" dt="2024-05-13T14:01:38.954" v="1160" actId="165"/>
          <ac:grpSpMkLst>
            <pc:docMk/>
            <pc:sldMk cId="2968935830" sldId="278"/>
            <ac:grpSpMk id="69" creationId="{75929D44-A45C-80E1-131E-5C49EEEEED48}"/>
          </ac:grpSpMkLst>
        </pc:grpChg>
        <pc:grpChg chg="add del mod">
          <ac:chgData name="이규빈" userId="b9d40a19-df1b-458f-86df-cd2cb0ed7b78" providerId="ADAL" clId="{C2EDD66D-DBE8-4BE9-ACBD-F3D6BC7B5612}" dt="2024-05-13T09:14:52.222" v="490" actId="165"/>
          <ac:grpSpMkLst>
            <pc:docMk/>
            <pc:sldMk cId="2968935830" sldId="278"/>
            <ac:grpSpMk id="493" creationId="{C8490FB1-FB5A-E8F2-22D1-9D7EB5EFD730}"/>
          </ac:grpSpMkLst>
        </pc:grpChg>
        <pc:grpChg chg="add del mod">
          <ac:chgData name="이규빈" userId="b9d40a19-df1b-458f-86df-cd2cb0ed7b78" providerId="ADAL" clId="{C2EDD66D-DBE8-4BE9-ACBD-F3D6BC7B5612}" dt="2024-05-13T09:14:52.222" v="490" actId="165"/>
          <ac:grpSpMkLst>
            <pc:docMk/>
            <pc:sldMk cId="2968935830" sldId="278"/>
            <ac:grpSpMk id="494" creationId="{B2C9DA28-D8D4-BD43-9B8B-08DF6A60B452}"/>
          </ac:grpSpMkLst>
        </pc:grpChg>
        <pc:grpChg chg="add del mod">
          <ac:chgData name="이규빈" userId="b9d40a19-df1b-458f-86df-cd2cb0ed7b78" providerId="ADAL" clId="{C2EDD66D-DBE8-4BE9-ACBD-F3D6BC7B5612}" dt="2024-05-13T13:38:36.723" v="926" actId="165"/>
          <ac:grpSpMkLst>
            <pc:docMk/>
            <pc:sldMk cId="2968935830" sldId="278"/>
            <ac:grpSpMk id="501" creationId="{746FA574-EF48-EE8D-024B-C595E173171D}"/>
          </ac:grpSpMkLst>
        </pc:grpChg>
        <pc:grpChg chg="add del mod">
          <ac:chgData name="이규빈" userId="b9d40a19-df1b-458f-86df-cd2cb0ed7b78" providerId="ADAL" clId="{C2EDD66D-DBE8-4BE9-ACBD-F3D6BC7B5612}" dt="2024-05-13T13:53:30.595" v="1075" actId="165"/>
          <ac:grpSpMkLst>
            <pc:docMk/>
            <pc:sldMk cId="2968935830" sldId="278"/>
            <ac:grpSpMk id="508" creationId="{08755E08-CA68-C63B-8A6F-273EFC167A28}"/>
          </ac:grpSpMkLst>
        </pc:grpChg>
        <pc:grpChg chg="del">
          <ac:chgData name="이규빈" userId="b9d40a19-df1b-458f-86df-cd2cb0ed7b78" providerId="ADAL" clId="{C2EDD66D-DBE8-4BE9-ACBD-F3D6BC7B5612}" dt="2024-05-13T08:37:45.756" v="45" actId="478"/>
          <ac:grpSpMkLst>
            <pc:docMk/>
            <pc:sldMk cId="2968935830" sldId="278"/>
            <ac:grpSpMk id="550" creationId="{5CBD7BDF-5343-0387-3940-D882A53E8081}"/>
          </ac:grpSpMkLst>
        </pc:grpChg>
        <pc:grpChg chg="del">
          <ac:chgData name="이규빈" userId="b9d40a19-df1b-458f-86df-cd2cb0ed7b78" providerId="ADAL" clId="{C2EDD66D-DBE8-4BE9-ACBD-F3D6BC7B5612}" dt="2024-05-13T08:37:45.756" v="45" actId="478"/>
          <ac:grpSpMkLst>
            <pc:docMk/>
            <pc:sldMk cId="2968935830" sldId="278"/>
            <ac:grpSpMk id="551" creationId="{D28816A2-6454-D3F8-E9AA-F633547D3BAE}"/>
          </ac:grpSpMkLst>
        </pc:grp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12" creationId="{4038858D-0C3F-4CBE-9A83-2323F9666CD0}"/>
          </ac:picMkLst>
        </pc:picChg>
        <pc:picChg chg="add del mod">
          <ac:chgData name="이규빈" userId="b9d40a19-df1b-458f-86df-cd2cb0ed7b78" providerId="ADAL" clId="{C2EDD66D-DBE8-4BE9-ACBD-F3D6BC7B5612}" dt="2024-05-13T08:39:43.742" v="60" actId="478"/>
          <ac:picMkLst>
            <pc:docMk/>
            <pc:sldMk cId="2968935830" sldId="278"/>
            <ac:picMk id="17" creationId="{C0D6B04C-E5A7-CE68-762C-6D7E1CA8B3E7}"/>
          </ac:picMkLst>
        </pc:pic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24" creationId="{C6A363BD-5832-423F-3871-2C9F0DA32CBD}"/>
          </ac:picMkLst>
        </pc:pic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89" creationId="{4A608605-CA60-708E-03A6-670BCF13E086}"/>
          </ac:picMkLst>
        </pc:picChg>
        <pc:picChg chg="add del">
          <ac:chgData name="이규빈" userId="b9d40a19-df1b-458f-86df-cd2cb0ed7b78" providerId="ADAL" clId="{C2EDD66D-DBE8-4BE9-ACBD-F3D6BC7B5612}" dt="2024-05-13T14:03:53.867" v="1180" actId="22"/>
          <ac:picMkLst>
            <pc:docMk/>
            <pc:sldMk cId="2968935830" sldId="278"/>
            <ac:picMk id="102" creationId="{9BD3A448-A0D9-B598-4DEC-AED890BB5AB8}"/>
          </ac:picMkLst>
        </pc:pic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113" creationId="{ACFF492F-5959-D67D-AF16-2F9F65201A95}"/>
          </ac:picMkLst>
        </pc:pic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159" creationId="{0F607F16-6890-C3E8-CE44-9927A851ADC6}"/>
          </ac:picMkLst>
        </pc:picChg>
        <pc:picChg chg="del">
          <ac:chgData name="이규빈" userId="b9d40a19-df1b-458f-86df-cd2cb0ed7b78" providerId="ADAL" clId="{C2EDD66D-DBE8-4BE9-ACBD-F3D6BC7B5612}" dt="2024-05-13T08:37:45.756" v="45" actId="478"/>
          <ac:picMkLst>
            <pc:docMk/>
            <pc:sldMk cId="2968935830" sldId="278"/>
            <ac:picMk id="455" creationId="{822AC22F-BBB5-2822-7535-84BBDE09483A}"/>
          </ac:picMkLst>
        </pc:pic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63" creationId="{2F2BAE1B-B6E8-2B22-55DA-AD7DC2C0BEAD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87" creationId="{DE6B148C-C133-E95B-F1E6-54F00AACC0F8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96" creationId="{6C036B04-0A2A-8C8F-CADE-FB36739C1E06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11" creationId="{86811557-A557-33A3-B5C0-C6413B2D7AC0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42" creationId="{921BC66D-633E-2D22-9C7B-02CEEC7C4DBF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57" creationId="{994D84E4-E837-66E7-84F6-F45FDE691358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67" creationId="{A42E167A-FB53-6A10-C904-7773C95FE2C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71" creationId="{DDC149B9-464D-B56F-181E-20E93A9B13C9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76" creationId="{40D756E6-6378-6294-04D2-E6085652EA3A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85" creationId="{8E92A300-11EB-23A2-0102-7993F298701B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90" creationId="{82F7527B-64A5-56EF-DF33-3B081F597FB8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196" creationId="{FD348BC5-41CF-5C53-6D3F-38BD5178B5E0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01" creationId="{45FB981A-FBFD-3053-4323-15C4E4679233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11" creationId="{3AF1BA2E-11C7-99E9-2743-F0416718FB2A}"/>
          </ac:cxnSpMkLst>
        </pc:cxnChg>
        <pc:cxnChg chg="del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16" creationId="{CB5D762A-1AF8-BC2B-DF49-7E632AA5EB1A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18" creationId="{10F4B916-68AD-C06C-6307-511C8602BC6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25" creationId="{A91CC39C-6EF9-E7DB-188E-299F7A90078C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36" creationId="{66DDC830-DE43-08F3-7626-F1860D000ACC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40" creationId="{2C7A1FCE-8A35-D821-B455-93EF7A4BD9BF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47" creationId="{42AEE04B-EA20-2A2B-995B-EAE72BED5699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48" creationId="{DB0A7D62-9507-F9CE-76B0-32C0FFD31A8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53" creationId="{10759D23-B132-1729-6E03-0A78B6F4A4AF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57" creationId="{3C69B68C-09B6-E409-64BB-C26B593FF359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61" creationId="{282BCD07-7130-ED19-E15D-B7103217D68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64" creationId="{CF79EE55-E7A3-4434-52BE-0F6D1C1497D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72" creationId="{A08BF6F5-70C0-A860-61D9-D087FB018F40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75" creationId="{249EF7C7-4935-A7B7-2CD3-1003CFEA0D0E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79" creationId="{A051D475-BBFB-70E8-E142-B6A26535C20D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2" creationId="{9DC24D8D-CA5C-E9F8-B865-AB676C07EF83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3" creationId="{58BDB7D2-5737-02E5-EC65-00651462F442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4" creationId="{31F65BB4-E1BE-AA62-E49D-5C658A03F247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5" creationId="{8A3987E8-92EC-BD98-9CDF-9F76C795AC84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6" creationId="{C150F025-10BC-6B30-BA61-5EEEF4BA26E8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7" creationId="{5CDE413D-95C3-2350-901C-29E88183100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8" creationId="{3820EC69-3BE4-C5C1-6F97-233897A2028F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89" creationId="{966BED35-8AF1-F9DA-7FB9-FD96EFAF220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0" creationId="{46F1599B-E2B9-75BB-CF1B-D4375DB462E0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1" creationId="{72786837-B6D6-5EB5-1B2B-53B81D0A0086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2" creationId="{0F63CB84-1A3F-9A76-5F3A-2FE706E3C350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3" creationId="{EE36AAA8-DCAB-8625-1EDA-4EDB21A5A26F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4" creationId="{9FF9D35A-08C5-E1DB-A3B9-803EF6EE7F92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5" creationId="{26842CA7-CE2B-DBD4-2586-5E418B63A7D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6" creationId="{C982FC51-D3CB-D217-0BF9-F5F814D26BA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297" creationId="{AC42CD66-A39A-831C-1E0F-B5CD9E37DE8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38" creationId="{F3ED40A3-A2C9-928A-9C9A-93378CE47E7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42" creationId="{54A25967-7D73-A6ED-DBEC-CFB2D929D28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46" creationId="{6B5D31B8-AC60-5749-309F-89164F839A3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49" creationId="{18992EBD-737D-AC3A-750D-D38FBD7259C7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52" creationId="{EAAEA61A-1277-0F72-F53C-E61B1AB95A32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55" creationId="{6FE819F3-D344-B7B1-8AEC-D3406890DAD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58" creationId="{801D9721-4655-F5E4-6785-D68F306ACD6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62" creationId="{7915DE42-C395-0F45-CF0E-DA8B9A270AF4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65" creationId="{612735CF-252F-FBE1-1C95-4EEE4DD2D374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68" creationId="{04781D1B-7F4A-C924-455E-3765D4205459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71" creationId="{6192042C-A31C-7512-9BEF-772E53243797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83" creationId="{92EDF606-6A0D-240A-4E2A-DEEA1AC99C4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89" creationId="{D1564F78-7CCF-DA66-76E7-4A3223519D26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90" creationId="{4947A617-0B0A-0172-7043-2377EB5E50FC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95" creationId="{071CD6BE-A4CD-25E8-19E1-6A9E7D7D7A17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398" creationId="{FE0BB1DB-E2D9-2AAE-540A-455F3DC0C70D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04" creationId="{8C2A9083-214D-337F-610F-75800408EF48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08" creationId="{2A007D60-0647-6D4B-9126-D69708B6A36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09" creationId="{E90E3AA4-F596-F156-7E90-263DA792601C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10" creationId="{FBC2047B-7B88-DC52-8C35-27FF6A73D17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17" creationId="{6A9B85B9-7BA0-78F8-B335-652C1D55517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18" creationId="{D7748C92-BC0A-EA38-2951-A55FD6240301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19" creationId="{02E20F53-9885-8F31-197D-8BE440D2B6C6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26" creationId="{85769270-1FEC-1374-1567-3BBA1F49010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29" creationId="{CD57A841-37AC-A64B-C9DA-9B9EB591142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30" creationId="{DCE6C3BC-6842-DE89-AE51-58B53DA232A5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36" creationId="{422A7424-491C-53F9-1DE2-A1F0045D038A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37" creationId="{C6991646-3AD7-A400-8C7B-66C37AC6AF00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42" creationId="{3E8983D6-0448-C2BA-D2E3-A1CD52C7ED74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43" creationId="{2778A0B4-9320-920D-57C0-5CBA32EDD5B0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44" creationId="{B927D196-3B66-6606-0D8E-36FB04B70CFB}"/>
          </ac:cxnSpMkLst>
        </pc:cxnChg>
        <pc:cxnChg chg="del mod">
          <ac:chgData name="이규빈" userId="b9d40a19-df1b-458f-86df-cd2cb0ed7b78" providerId="ADAL" clId="{C2EDD66D-DBE8-4BE9-ACBD-F3D6BC7B5612}" dt="2024-05-13T08:37:45.756" v="45" actId="478"/>
          <ac:cxnSpMkLst>
            <pc:docMk/>
            <pc:sldMk cId="2968935830" sldId="278"/>
            <ac:cxnSpMk id="452" creationId="{0AB6EAC3-3CFD-109D-7C1F-61EAB42C2CCE}"/>
          </ac:cxnSpMkLst>
        </pc:cxnChg>
        <pc:cxnChg chg="add del mod">
          <ac:chgData name="이규빈" userId="b9d40a19-df1b-458f-86df-cd2cb0ed7b78" providerId="ADAL" clId="{C2EDD66D-DBE8-4BE9-ACBD-F3D6BC7B5612}" dt="2024-05-13T09:19:09.859" v="546" actId="478"/>
          <ac:cxnSpMkLst>
            <pc:docMk/>
            <pc:sldMk cId="2968935830" sldId="278"/>
            <ac:cxnSpMk id="473" creationId="{DFB86CB6-4F00-F600-2B98-4833EB813FDF}"/>
          </ac:cxnSpMkLst>
        </pc:cxnChg>
      </pc:sldChg>
      <pc:sldChg chg="addSp delSp modSp add del mod">
        <pc:chgData name="이규빈" userId="b9d40a19-df1b-458f-86df-cd2cb0ed7b78" providerId="ADAL" clId="{C2EDD66D-DBE8-4BE9-ACBD-F3D6BC7B5612}" dt="2024-05-13T14:34:40.866" v="1487" actId="47"/>
        <pc:sldMkLst>
          <pc:docMk/>
          <pc:sldMk cId="3028690576" sldId="279"/>
        </pc:sldMkLst>
        <pc:spChg chg="mod">
          <ac:chgData name="이규빈" userId="b9d40a19-df1b-458f-86df-cd2cb0ed7b78" providerId="ADAL" clId="{C2EDD66D-DBE8-4BE9-ACBD-F3D6BC7B5612}" dt="2024-05-13T10:26:01.223" v="609" actId="20577"/>
          <ac:spMkLst>
            <pc:docMk/>
            <pc:sldMk cId="3028690576" sldId="279"/>
            <ac:spMk id="2" creationId="{D4F75772-E19D-1FC7-ECA0-6D4CB1353F46}"/>
          </ac:spMkLst>
        </pc:spChg>
        <pc:spChg chg="add del mod">
          <ac:chgData name="이규빈" userId="b9d40a19-df1b-458f-86df-cd2cb0ed7b78" providerId="ADAL" clId="{C2EDD66D-DBE8-4BE9-ACBD-F3D6BC7B5612}" dt="2024-05-13T11:13:22.324" v="617" actId="478"/>
          <ac:spMkLst>
            <pc:docMk/>
            <pc:sldMk cId="3028690576" sldId="279"/>
            <ac:spMk id="4" creationId="{435D0D7A-7308-F460-1B54-5FF6891F917E}"/>
          </ac:spMkLst>
        </pc:spChg>
        <pc:spChg chg="add mod">
          <ac:chgData name="이규빈" userId="b9d40a19-df1b-458f-86df-cd2cb0ed7b78" providerId="ADAL" clId="{C2EDD66D-DBE8-4BE9-ACBD-F3D6BC7B5612}" dt="2024-05-13T11:17:42.893" v="628" actId="571"/>
          <ac:spMkLst>
            <pc:docMk/>
            <pc:sldMk cId="3028690576" sldId="279"/>
            <ac:spMk id="5" creationId="{6F629B75-A4A8-6442-FB94-DB66CA150C81}"/>
          </ac:spMkLst>
        </pc:spChg>
        <pc:spChg chg="add mod">
          <ac:chgData name="이규빈" userId="b9d40a19-df1b-458f-86df-cd2cb0ed7b78" providerId="ADAL" clId="{C2EDD66D-DBE8-4BE9-ACBD-F3D6BC7B5612}" dt="2024-05-13T11:31:01.723" v="782" actId="1036"/>
          <ac:spMkLst>
            <pc:docMk/>
            <pc:sldMk cId="3028690576" sldId="279"/>
            <ac:spMk id="6" creationId="{8085D251-59ED-3C8A-C782-7A8F4BB6AA6E}"/>
          </ac:spMkLst>
        </pc:spChg>
        <pc:spChg chg="add mod">
          <ac:chgData name="이규빈" userId="b9d40a19-df1b-458f-86df-cd2cb0ed7b78" providerId="ADAL" clId="{C2EDD66D-DBE8-4BE9-ACBD-F3D6BC7B5612}" dt="2024-05-13T11:31:01.723" v="782" actId="1036"/>
          <ac:spMkLst>
            <pc:docMk/>
            <pc:sldMk cId="3028690576" sldId="279"/>
            <ac:spMk id="7" creationId="{9749A38E-A388-5899-B03A-2CA35279D1B1}"/>
          </ac:spMkLst>
        </pc:spChg>
        <pc:spChg chg="add del mod">
          <ac:chgData name="이규빈" userId="b9d40a19-df1b-458f-86df-cd2cb0ed7b78" providerId="ADAL" clId="{C2EDD66D-DBE8-4BE9-ACBD-F3D6BC7B5612}" dt="2024-05-13T11:19:30.300" v="677" actId="478"/>
          <ac:spMkLst>
            <pc:docMk/>
            <pc:sldMk cId="3028690576" sldId="279"/>
            <ac:spMk id="8" creationId="{D2B6A28D-EE2D-46C5-197E-753623A2E698}"/>
          </ac:spMkLst>
        </pc:spChg>
        <pc:spChg chg="add mod">
          <ac:chgData name="이규빈" userId="b9d40a19-df1b-458f-86df-cd2cb0ed7b78" providerId="ADAL" clId="{C2EDD66D-DBE8-4BE9-ACBD-F3D6BC7B5612}" dt="2024-05-13T11:19:38.638" v="679" actId="571"/>
          <ac:spMkLst>
            <pc:docMk/>
            <pc:sldMk cId="3028690576" sldId="279"/>
            <ac:spMk id="9" creationId="{243570CD-9E71-5B1C-D51D-BA01B9ABB1AB}"/>
          </ac:spMkLst>
        </pc:spChg>
        <pc:spChg chg="add mod">
          <ac:chgData name="이규빈" userId="b9d40a19-df1b-458f-86df-cd2cb0ed7b78" providerId="ADAL" clId="{C2EDD66D-DBE8-4BE9-ACBD-F3D6BC7B5612}" dt="2024-05-13T11:19:38.638" v="679" actId="571"/>
          <ac:spMkLst>
            <pc:docMk/>
            <pc:sldMk cId="3028690576" sldId="279"/>
            <ac:spMk id="10" creationId="{55386CCA-E1E1-2E69-5A1B-528AD0ADB62C}"/>
          </ac:spMkLst>
        </pc:spChg>
        <pc:spChg chg="add del mod">
          <ac:chgData name="이규빈" userId="b9d40a19-df1b-458f-86df-cd2cb0ed7b78" providerId="ADAL" clId="{C2EDD66D-DBE8-4BE9-ACBD-F3D6BC7B5612}" dt="2024-05-13T11:23:04.883" v="714" actId="478"/>
          <ac:spMkLst>
            <pc:docMk/>
            <pc:sldMk cId="3028690576" sldId="279"/>
            <ac:spMk id="11" creationId="{1C39A021-BBC1-D4A8-E316-EF546166138C}"/>
          </ac:spMkLst>
        </pc:spChg>
        <pc:spChg chg="add del mod">
          <ac:chgData name="이규빈" userId="b9d40a19-df1b-458f-86df-cd2cb0ed7b78" providerId="ADAL" clId="{C2EDD66D-DBE8-4BE9-ACBD-F3D6BC7B5612}" dt="2024-05-13T11:21:56.443" v="698" actId="478"/>
          <ac:spMkLst>
            <pc:docMk/>
            <pc:sldMk cId="3028690576" sldId="279"/>
            <ac:spMk id="12" creationId="{723587EA-54F7-E26B-A0E3-2ECC49554DB5}"/>
          </ac:spMkLst>
        </pc:spChg>
        <pc:spChg chg="add del mod">
          <ac:chgData name="이규빈" userId="b9d40a19-df1b-458f-86df-cd2cb0ed7b78" providerId="ADAL" clId="{C2EDD66D-DBE8-4BE9-ACBD-F3D6BC7B5612}" dt="2024-05-13T11:22:24.587" v="703" actId="478"/>
          <ac:spMkLst>
            <pc:docMk/>
            <pc:sldMk cId="3028690576" sldId="279"/>
            <ac:spMk id="13" creationId="{1D2DB1DC-9130-3347-8E85-BB3CF2E83AFB}"/>
          </ac:spMkLst>
        </pc:spChg>
        <pc:spChg chg="add mod">
          <ac:chgData name="이규빈" userId="b9d40a19-df1b-458f-86df-cd2cb0ed7b78" providerId="ADAL" clId="{C2EDD66D-DBE8-4BE9-ACBD-F3D6BC7B5612}" dt="2024-05-13T11:23:22.510" v="720" actId="571"/>
          <ac:spMkLst>
            <pc:docMk/>
            <pc:sldMk cId="3028690576" sldId="279"/>
            <ac:spMk id="14" creationId="{C9BACE72-1E21-7C62-E1E4-920D148FD53E}"/>
          </ac:spMkLst>
        </pc:spChg>
        <pc:spChg chg="add mod">
          <ac:chgData name="이규빈" userId="b9d40a19-df1b-458f-86df-cd2cb0ed7b78" providerId="ADAL" clId="{C2EDD66D-DBE8-4BE9-ACBD-F3D6BC7B5612}" dt="2024-05-13T11:23:22.510" v="720" actId="571"/>
          <ac:spMkLst>
            <pc:docMk/>
            <pc:sldMk cId="3028690576" sldId="279"/>
            <ac:spMk id="15" creationId="{C9D23CB8-368F-9544-A69B-F777FBCDA6B5}"/>
          </ac:spMkLst>
        </pc:spChg>
        <pc:spChg chg="add mod">
          <ac:chgData name="이규빈" userId="b9d40a19-df1b-458f-86df-cd2cb0ed7b78" providerId="ADAL" clId="{C2EDD66D-DBE8-4BE9-ACBD-F3D6BC7B5612}" dt="2024-05-13T11:31:23.075" v="788" actId="1035"/>
          <ac:spMkLst>
            <pc:docMk/>
            <pc:sldMk cId="3028690576" sldId="279"/>
            <ac:spMk id="16" creationId="{A2116BF4-1F4F-6F87-3909-239EAC72C7E5}"/>
          </ac:spMkLst>
        </pc:spChg>
        <pc:spChg chg="add mod">
          <ac:chgData name="이규빈" userId="b9d40a19-df1b-458f-86df-cd2cb0ed7b78" providerId="ADAL" clId="{C2EDD66D-DBE8-4BE9-ACBD-F3D6BC7B5612}" dt="2024-05-13T12:03:40.313" v="890" actId="1038"/>
          <ac:spMkLst>
            <pc:docMk/>
            <pc:sldMk cId="3028690576" sldId="279"/>
            <ac:spMk id="17" creationId="{00B76B83-C1DF-E77F-7304-218E1646FDE8}"/>
          </ac:spMkLst>
        </pc:spChg>
        <pc:spChg chg="add del mod">
          <ac:chgData name="이규빈" userId="b9d40a19-df1b-458f-86df-cd2cb0ed7b78" providerId="ADAL" clId="{C2EDD66D-DBE8-4BE9-ACBD-F3D6BC7B5612}" dt="2024-05-13T11:34:26.546" v="828" actId="478"/>
          <ac:spMkLst>
            <pc:docMk/>
            <pc:sldMk cId="3028690576" sldId="279"/>
            <ac:spMk id="18" creationId="{F48F4601-B220-0D85-F0FC-9B85553E6BCB}"/>
          </ac:spMkLst>
        </pc:spChg>
        <pc:spChg chg="add del">
          <ac:chgData name="이규빈" userId="b9d40a19-df1b-458f-86df-cd2cb0ed7b78" providerId="ADAL" clId="{C2EDD66D-DBE8-4BE9-ACBD-F3D6BC7B5612}" dt="2024-05-13T11:46:15.529" v="846" actId="478"/>
          <ac:spMkLst>
            <pc:docMk/>
            <pc:sldMk cId="3028690576" sldId="279"/>
            <ac:spMk id="19" creationId="{3C487EA9-6A54-FED0-143A-C234658AA584}"/>
          </ac:spMkLst>
        </pc:spChg>
        <pc:spChg chg="add del mod">
          <ac:chgData name="이규빈" userId="b9d40a19-df1b-458f-86df-cd2cb0ed7b78" providerId="ADAL" clId="{C2EDD66D-DBE8-4BE9-ACBD-F3D6BC7B5612}" dt="2024-05-13T11:46:15.042" v="845" actId="478"/>
          <ac:spMkLst>
            <pc:docMk/>
            <pc:sldMk cId="3028690576" sldId="279"/>
            <ac:spMk id="20" creationId="{8D07333D-2603-2C61-2F72-010D139D9998}"/>
          </ac:spMkLst>
        </pc:spChg>
        <pc:spChg chg="add del mod">
          <ac:chgData name="이규빈" userId="b9d40a19-df1b-458f-86df-cd2cb0ed7b78" providerId="ADAL" clId="{C2EDD66D-DBE8-4BE9-ACBD-F3D6BC7B5612}" dt="2024-05-13T12:02:44.992" v="875" actId="478"/>
          <ac:spMkLst>
            <pc:docMk/>
            <pc:sldMk cId="3028690576" sldId="279"/>
            <ac:spMk id="21" creationId="{1D391643-0162-7D2A-22EE-61715A308658}"/>
          </ac:spMkLst>
        </pc:spChg>
        <pc:spChg chg="add mod">
          <ac:chgData name="이규빈" userId="b9d40a19-df1b-458f-86df-cd2cb0ed7b78" providerId="ADAL" clId="{C2EDD66D-DBE8-4BE9-ACBD-F3D6BC7B5612}" dt="2024-05-13T12:03:35.992" v="889" actId="571"/>
          <ac:spMkLst>
            <pc:docMk/>
            <pc:sldMk cId="3028690576" sldId="279"/>
            <ac:spMk id="22" creationId="{6920F658-D921-B069-F9C3-D7719DC957B9}"/>
          </ac:spMkLst>
        </pc:spChg>
        <pc:spChg chg="mod">
          <ac:chgData name="이규빈" userId="b9d40a19-df1b-458f-86df-cd2cb0ed7b78" providerId="ADAL" clId="{C2EDD66D-DBE8-4BE9-ACBD-F3D6BC7B5612}" dt="2024-05-13T11:31:11.466" v="783" actId="14100"/>
          <ac:spMkLst>
            <pc:docMk/>
            <pc:sldMk cId="3028690576" sldId="279"/>
            <ac:spMk id="34" creationId="{2FD14DB7-6D50-2485-4689-18A6BA5BE016}"/>
          </ac:spMkLst>
        </pc:spChg>
        <pc:spChg chg="mod">
          <ac:chgData name="이규빈" userId="b9d40a19-df1b-458f-86df-cd2cb0ed7b78" providerId="ADAL" clId="{C2EDD66D-DBE8-4BE9-ACBD-F3D6BC7B5612}" dt="2024-05-13T11:30:12.706" v="767" actId="1076"/>
          <ac:spMkLst>
            <pc:docMk/>
            <pc:sldMk cId="3028690576" sldId="279"/>
            <ac:spMk id="36" creationId="{14916537-38AE-4516-38BE-8C21677A3BB4}"/>
          </ac:spMkLst>
        </pc:spChg>
        <pc:spChg chg="mod">
          <ac:chgData name="이규빈" userId="b9d40a19-df1b-458f-86df-cd2cb0ed7b78" providerId="ADAL" clId="{C2EDD66D-DBE8-4BE9-ACBD-F3D6BC7B5612}" dt="2024-05-13T11:23:36.546" v="724" actId="1076"/>
          <ac:spMkLst>
            <pc:docMk/>
            <pc:sldMk cId="3028690576" sldId="279"/>
            <ac:spMk id="38" creationId="{828BB83D-A38C-6694-96C4-BD255E0E0D2D}"/>
          </ac:spMkLst>
        </pc:spChg>
        <pc:spChg chg="mod">
          <ac:chgData name="이규빈" userId="b9d40a19-df1b-458f-86df-cd2cb0ed7b78" providerId="ADAL" clId="{C2EDD66D-DBE8-4BE9-ACBD-F3D6BC7B5612}" dt="2024-05-13T11:31:23.075" v="788" actId="1035"/>
          <ac:spMkLst>
            <pc:docMk/>
            <pc:sldMk cId="3028690576" sldId="279"/>
            <ac:spMk id="44" creationId="{546DA073-87E2-2035-A2B8-90C83E79C72A}"/>
          </ac:spMkLst>
        </pc:spChg>
        <pc:spChg chg="mod">
          <ac:chgData name="이규빈" userId="b9d40a19-df1b-458f-86df-cd2cb0ed7b78" providerId="ADAL" clId="{C2EDD66D-DBE8-4BE9-ACBD-F3D6BC7B5612}" dt="2024-05-13T11:31:23.075" v="788" actId="1035"/>
          <ac:spMkLst>
            <pc:docMk/>
            <pc:sldMk cId="3028690576" sldId="279"/>
            <ac:spMk id="45" creationId="{806FEF3C-E256-729D-9529-97E2BA089843}"/>
          </ac:spMkLst>
        </pc:spChg>
        <pc:spChg chg="del mod">
          <ac:chgData name="이규빈" userId="b9d40a19-df1b-458f-86df-cd2cb0ed7b78" providerId="ADAL" clId="{C2EDD66D-DBE8-4BE9-ACBD-F3D6BC7B5612}" dt="2024-05-13T11:23:10.355" v="715" actId="478"/>
          <ac:spMkLst>
            <pc:docMk/>
            <pc:sldMk cId="3028690576" sldId="279"/>
            <ac:spMk id="46" creationId="{68F6F3DA-07B5-CB55-FBE7-A5EA283CE19F}"/>
          </ac:spMkLst>
        </pc:spChg>
        <pc:spChg chg="mod">
          <ac:chgData name="이규빈" userId="b9d40a19-df1b-458f-86df-cd2cb0ed7b78" providerId="ADAL" clId="{C2EDD66D-DBE8-4BE9-ACBD-F3D6BC7B5612}" dt="2024-05-13T11:24:14.971" v="728" actId="12788"/>
          <ac:spMkLst>
            <pc:docMk/>
            <pc:sldMk cId="3028690576" sldId="279"/>
            <ac:spMk id="453" creationId="{8C0D370B-9A55-1281-0CA2-DC39625A8C0A}"/>
          </ac:spMkLst>
        </pc:spChg>
        <pc:spChg chg="del mod">
          <ac:chgData name="이규빈" userId="b9d40a19-df1b-458f-86df-cd2cb0ed7b78" providerId="ADAL" clId="{C2EDD66D-DBE8-4BE9-ACBD-F3D6BC7B5612}" dt="2024-05-13T11:23:10.947" v="716" actId="478"/>
          <ac:spMkLst>
            <pc:docMk/>
            <pc:sldMk cId="3028690576" sldId="279"/>
            <ac:spMk id="457" creationId="{5A5C45EE-E6D2-ACA5-4C0C-9B61B78B0CA4}"/>
          </ac:spMkLst>
        </pc:spChg>
        <pc:spChg chg="mod">
          <ac:chgData name="이규빈" userId="b9d40a19-df1b-458f-86df-cd2cb0ed7b78" providerId="ADAL" clId="{C2EDD66D-DBE8-4BE9-ACBD-F3D6BC7B5612}" dt="2024-05-13T11:31:53.180" v="794" actId="465"/>
          <ac:spMkLst>
            <pc:docMk/>
            <pc:sldMk cId="3028690576" sldId="279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2:02:20.728" v="869" actId="1076"/>
          <ac:spMkLst>
            <pc:docMk/>
            <pc:sldMk cId="3028690576" sldId="279"/>
            <ac:spMk id="461" creationId="{50E6DB98-177D-CE9A-D442-259E0DBCA954}"/>
          </ac:spMkLst>
        </pc:spChg>
        <pc:spChg chg="mod">
          <ac:chgData name="이규빈" userId="b9d40a19-df1b-458f-86df-cd2cb0ed7b78" providerId="ADAL" clId="{C2EDD66D-DBE8-4BE9-ACBD-F3D6BC7B5612}" dt="2024-05-13T11:34:24.243" v="827" actId="1076"/>
          <ac:spMkLst>
            <pc:docMk/>
            <pc:sldMk cId="3028690576" sldId="279"/>
            <ac:spMk id="462" creationId="{D48EB817-9AD1-F132-CF22-0C3149C5BCBB}"/>
          </ac:spMkLst>
        </pc:spChg>
        <pc:spChg chg="mod">
          <ac:chgData name="이규빈" userId="b9d40a19-df1b-458f-86df-cd2cb0ed7b78" providerId="ADAL" clId="{C2EDD66D-DBE8-4BE9-ACBD-F3D6BC7B5612}" dt="2024-05-13T12:02:29.544" v="871" actId="14100"/>
          <ac:spMkLst>
            <pc:docMk/>
            <pc:sldMk cId="3028690576" sldId="279"/>
            <ac:spMk id="464" creationId="{000FA67F-4D81-9893-30A1-65EAE1A2C900}"/>
          </ac:spMkLst>
        </pc:spChg>
        <pc:spChg chg="mod">
          <ac:chgData name="이규빈" userId="b9d40a19-df1b-458f-86df-cd2cb0ed7b78" providerId="ADAL" clId="{C2EDD66D-DBE8-4BE9-ACBD-F3D6BC7B5612}" dt="2024-05-13T11:34:24.243" v="827" actId="1076"/>
          <ac:spMkLst>
            <pc:docMk/>
            <pc:sldMk cId="3028690576" sldId="279"/>
            <ac:spMk id="465" creationId="{DA50CB0B-85D4-6831-9F37-5CAEFE6C7506}"/>
          </ac:spMkLst>
        </pc:spChg>
        <pc:spChg chg="mod">
          <ac:chgData name="이규빈" userId="b9d40a19-df1b-458f-86df-cd2cb0ed7b78" providerId="ADAL" clId="{C2EDD66D-DBE8-4BE9-ACBD-F3D6BC7B5612}" dt="2024-05-13T11:34:24.243" v="827" actId="1076"/>
          <ac:spMkLst>
            <pc:docMk/>
            <pc:sldMk cId="3028690576" sldId="279"/>
            <ac:spMk id="466" creationId="{2338A527-F6F9-07A3-404F-6B6D55FA58E8}"/>
          </ac:spMkLst>
        </pc:spChg>
        <pc:spChg chg="mod">
          <ac:chgData name="이규빈" userId="b9d40a19-df1b-458f-86df-cd2cb0ed7b78" providerId="ADAL" clId="{C2EDD66D-DBE8-4BE9-ACBD-F3D6BC7B5612}" dt="2024-05-13T12:02:20.728" v="869" actId="1076"/>
          <ac:spMkLst>
            <pc:docMk/>
            <pc:sldMk cId="3028690576" sldId="279"/>
            <ac:spMk id="468" creationId="{CAAD24C7-B16F-5DF5-8765-A933B852AF10}"/>
          </ac:spMkLst>
        </pc:spChg>
        <pc:spChg chg="mod">
          <ac:chgData name="이규빈" userId="b9d40a19-df1b-458f-86df-cd2cb0ed7b78" providerId="ADAL" clId="{C2EDD66D-DBE8-4BE9-ACBD-F3D6BC7B5612}" dt="2024-05-13T12:02:20.728" v="869" actId="1076"/>
          <ac:spMkLst>
            <pc:docMk/>
            <pc:sldMk cId="3028690576" sldId="279"/>
            <ac:spMk id="469" creationId="{A1A4972F-217D-3F95-AB23-ADDFD8EE9625}"/>
          </ac:spMkLst>
        </pc:spChg>
        <pc:spChg chg="del mod">
          <ac:chgData name="이규빈" userId="b9d40a19-df1b-458f-86df-cd2cb0ed7b78" providerId="ADAL" clId="{C2EDD66D-DBE8-4BE9-ACBD-F3D6BC7B5612}" dt="2024-05-13T12:03:31.457" v="888" actId="478"/>
          <ac:spMkLst>
            <pc:docMk/>
            <pc:sldMk cId="3028690576" sldId="279"/>
            <ac:spMk id="470" creationId="{EA6A477A-442E-6513-9E76-624A339BC533}"/>
          </ac:spMkLst>
        </pc:spChg>
        <pc:spChg chg="mod">
          <ac:chgData name="이규빈" userId="b9d40a19-df1b-458f-86df-cd2cb0ed7b78" providerId="ADAL" clId="{C2EDD66D-DBE8-4BE9-ACBD-F3D6BC7B5612}" dt="2024-05-13T12:02:26.384" v="870" actId="1076"/>
          <ac:spMkLst>
            <pc:docMk/>
            <pc:sldMk cId="3028690576" sldId="279"/>
            <ac:spMk id="477" creationId="{80E48C37-5557-85EA-0399-AA96BA204E46}"/>
          </ac:spMkLst>
        </pc:spChg>
        <pc:spChg chg="mod">
          <ac:chgData name="이규빈" userId="b9d40a19-df1b-458f-86df-cd2cb0ed7b78" providerId="ADAL" clId="{C2EDD66D-DBE8-4BE9-ACBD-F3D6BC7B5612}" dt="2024-05-13T11:34:24.243" v="827" actId="1076"/>
          <ac:spMkLst>
            <pc:docMk/>
            <pc:sldMk cId="3028690576" sldId="279"/>
            <ac:spMk id="478" creationId="{EEC2ECC0-76B6-0301-5A4E-6FABFFE34829}"/>
          </ac:spMkLst>
        </pc:spChg>
        <pc:spChg chg="mod">
          <ac:chgData name="이규빈" userId="b9d40a19-df1b-458f-86df-cd2cb0ed7b78" providerId="ADAL" clId="{C2EDD66D-DBE8-4BE9-ACBD-F3D6BC7B5612}" dt="2024-05-13T11:31:23.075" v="788" actId="1035"/>
          <ac:spMkLst>
            <pc:docMk/>
            <pc:sldMk cId="3028690576" sldId="279"/>
            <ac:spMk id="480" creationId="{D6BAC946-2AE9-30C2-9B06-4794D0DA9CFF}"/>
          </ac:spMkLst>
        </pc:spChg>
        <pc:spChg chg="mod">
          <ac:chgData name="이규빈" userId="b9d40a19-df1b-458f-86df-cd2cb0ed7b78" providerId="ADAL" clId="{C2EDD66D-DBE8-4BE9-ACBD-F3D6BC7B5612}" dt="2024-05-13T12:02:20.728" v="869" actId="1076"/>
          <ac:spMkLst>
            <pc:docMk/>
            <pc:sldMk cId="3028690576" sldId="279"/>
            <ac:spMk id="481" creationId="{60F0697C-FB80-1D2B-EE1D-0CA5681CF90B}"/>
          </ac:spMkLst>
        </pc:spChg>
        <pc:spChg chg="mod">
          <ac:chgData name="이규빈" userId="b9d40a19-df1b-458f-86df-cd2cb0ed7b78" providerId="ADAL" clId="{C2EDD66D-DBE8-4BE9-ACBD-F3D6BC7B5612}" dt="2024-05-13T11:31:35.842" v="791" actId="14100"/>
          <ac:spMkLst>
            <pc:docMk/>
            <pc:sldMk cId="3028690576" sldId="279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1:13:50.364" v="619" actId="20577"/>
          <ac:spMkLst>
            <pc:docMk/>
            <pc:sldMk cId="3028690576" sldId="279"/>
            <ac:spMk id="489" creationId="{F991B896-2A52-92AD-B4FD-09DD32865FF5}"/>
          </ac:spMkLst>
        </pc:spChg>
        <pc:spChg chg="mod">
          <ac:chgData name="이규빈" userId="b9d40a19-df1b-458f-86df-cd2cb0ed7b78" providerId="ADAL" clId="{C2EDD66D-DBE8-4BE9-ACBD-F3D6BC7B5612}" dt="2024-05-13T12:02:06.576" v="867" actId="14100"/>
          <ac:spMkLst>
            <pc:docMk/>
            <pc:sldMk cId="3028690576" sldId="279"/>
            <ac:spMk id="491" creationId="{28370A3C-CC08-962A-66D0-B7B025B94191}"/>
          </ac:spMkLst>
        </pc:spChg>
        <pc:spChg chg="mod">
          <ac:chgData name="이규빈" userId="b9d40a19-df1b-458f-86df-cd2cb0ed7b78" providerId="ADAL" clId="{C2EDD66D-DBE8-4BE9-ACBD-F3D6BC7B5612}" dt="2024-05-13T12:03:11.304" v="887" actId="1076"/>
          <ac:spMkLst>
            <pc:docMk/>
            <pc:sldMk cId="3028690576" sldId="279"/>
            <ac:spMk id="492" creationId="{0655C53B-AE0A-AD22-3DA6-193AEC73AC23}"/>
          </ac:spMkLst>
        </pc:spChg>
        <pc:spChg chg="mod">
          <ac:chgData name="이규빈" userId="b9d40a19-df1b-458f-86df-cd2cb0ed7b78" providerId="ADAL" clId="{C2EDD66D-DBE8-4BE9-ACBD-F3D6BC7B5612}" dt="2024-05-13T11:31:46.018" v="793" actId="1076"/>
          <ac:spMkLst>
            <pc:docMk/>
            <pc:sldMk cId="3028690576" sldId="279"/>
            <ac:spMk id="495" creationId="{49893A22-A6B2-8DE7-9791-80D0034B75DC}"/>
          </ac:spMkLst>
        </pc:spChg>
        <pc:spChg chg="mod">
          <ac:chgData name="이규빈" userId="b9d40a19-df1b-458f-86df-cd2cb0ed7b78" providerId="ADAL" clId="{C2EDD66D-DBE8-4BE9-ACBD-F3D6BC7B5612}" dt="2024-05-13T12:02:09.872" v="868" actId="1076"/>
          <ac:spMkLst>
            <pc:docMk/>
            <pc:sldMk cId="3028690576" sldId="279"/>
            <ac:spMk id="497" creationId="{F4FCA243-7B65-1CA7-2444-9BEA01C26916}"/>
          </ac:spMkLst>
        </pc:spChg>
      </pc:sldChg>
      <pc:sldChg chg="addSp delSp modSp add del mod">
        <pc:chgData name="이규빈" userId="b9d40a19-df1b-458f-86df-cd2cb0ed7b78" providerId="ADAL" clId="{C2EDD66D-DBE8-4BE9-ACBD-F3D6BC7B5612}" dt="2024-05-13T15:45:03.802" v="1864" actId="47"/>
        <pc:sldMkLst>
          <pc:docMk/>
          <pc:sldMk cId="1022939893" sldId="280"/>
        </pc:sldMkLst>
        <pc:spChg chg="mod">
          <ac:chgData name="이규빈" userId="b9d40a19-df1b-458f-86df-cd2cb0ed7b78" providerId="ADAL" clId="{C2EDD66D-DBE8-4BE9-ACBD-F3D6BC7B5612}" dt="2024-05-13T13:34:42.915" v="897" actId="20577"/>
          <ac:spMkLst>
            <pc:docMk/>
            <pc:sldMk cId="1022939893" sldId="280"/>
            <ac:spMk id="2" creationId="{D4F75772-E19D-1FC7-ECA0-6D4CB1353F46}"/>
          </ac:spMkLst>
        </pc:spChg>
        <pc:spChg chg="add mod">
          <ac:chgData name="이규빈" userId="b9d40a19-df1b-458f-86df-cd2cb0ed7b78" providerId="ADAL" clId="{C2EDD66D-DBE8-4BE9-ACBD-F3D6BC7B5612}" dt="2024-05-13T13:35:49.690" v="904" actId="571"/>
          <ac:spMkLst>
            <pc:docMk/>
            <pc:sldMk cId="1022939893" sldId="280"/>
            <ac:spMk id="4" creationId="{F27DDE84-6E76-94E1-0D12-6B2DA47F872D}"/>
          </ac:spMkLst>
        </pc:spChg>
        <pc:spChg chg="add mod">
          <ac:chgData name="이규빈" userId="b9d40a19-df1b-458f-86df-cd2cb0ed7b78" providerId="ADAL" clId="{C2EDD66D-DBE8-4BE9-ACBD-F3D6BC7B5612}" dt="2024-05-13T13:35:49.690" v="904" actId="571"/>
          <ac:spMkLst>
            <pc:docMk/>
            <pc:sldMk cId="1022939893" sldId="280"/>
            <ac:spMk id="5" creationId="{902AC2FF-F524-3ADA-0614-D62DC45D4BDD}"/>
          </ac:spMkLst>
        </pc:spChg>
        <pc:spChg chg="mod">
          <ac:chgData name="이규빈" userId="b9d40a19-df1b-458f-86df-cd2cb0ed7b78" providerId="ADAL" clId="{C2EDD66D-DBE8-4BE9-ACBD-F3D6BC7B5612}" dt="2024-05-13T13:35:46.300" v="903" actId="1076"/>
          <ac:spMkLst>
            <pc:docMk/>
            <pc:sldMk cId="1022939893" sldId="280"/>
            <ac:spMk id="6" creationId="{8085D251-59ED-3C8A-C782-7A8F4BB6AA6E}"/>
          </ac:spMkLst>
        </pc:spChg>
        <pc:spChg chg="mod">
          <ac:chgData name="이규빈" userId="b9d40a19-df1b-458f-86df-cd2cb0ed7b78" providerId="ADAL" clId="{C2EDD66D-DBE8-4BE9-ACBD-F3D6BC7B5612}" dt="2024-05-13T13:35:46.300" v="903" actId="1076"/>
          <ac:spMkLst>
            <pc:docMk/>
            <pc:sldMk cId="1022939893" sldId="280"/>
            <ac:spMk id="7" creationId="{9749A38E-A388-5899-B03A-2CA35279D1B1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16" creationId="{A2116BF4-1F4F-6F87-3909-239EAC72C7E5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17" creationId="{00B76B83-C1DF-E77F-7304-218E1646FDE8}"/>
          </ac:spMkLst>
        </pc:spChg>
        <pc:spChg chg="del">
          <ac:chgData name="이규빈" userId="b9d40a19-df1b-458f-86df-cd2cb0ed7b78" providerId="ADAL" clId="{C2EDD66D-DBE8-4BE9-ACBD-F3D6BC7B5612}" dt="2024-05-13T13:34:55.809" v="899" actId="478"/>
          <ac:spMkLst>
            <pc:docMk/>
            <pc:sldMk cId="1022939893" sldId="280"/>
            <ac:spMk id="22" creationId="{6920F658-D921-B069-F9C3-D7719DC957B9}"/>
          </ac:spMkLst>
        </pc:spChg>
        <pc:spChg chg="mod">
          <ac:chgData name="이규빈" userId="b9d40a19-df1b-458f-86df-cd2cb0ed7b78" providerId="ADAL" clId="{C2EDD66D-DBE8-4BE9-ACBD-F3D6BC7B5612}" dt="2024-05-13T13:35:42.162" v="901" actId="14100"/>
          <ac:spMkLst>
            <pc:docMk/>
            <pc:sldMk cId="1022939893" sldId="280"/>
            <ac:spMk id="34" creationId="{2FD14DB7-6D50-2485-4689-18A6BA5BE016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44" creationId="{546DA073-87E2-2035-A2B8-90C83E79C72A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45" creationId="{806FEF3C-E256-729D-9529-97E2BA089843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460" creationId="{25166129-1CB6-8284-FD24-BC427BA34728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1" creationId="{50E6DB98-177D-CE9A-D442-259E0DBCA954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2" creationId="{D48EB817-9AD1-F132-CF22-0C3149C5BCBB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4" creationId="{000FA67F-4D81-9893-30A1-65EAE1A2C900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5" creationId="{DA50CB0B-85D4-6831-9F37-5CAEFE6C7506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6" creationId="{2338A527-F6F9-07A3-404F-6B6D55FA58E8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8" creationId="{CAAD24C7-B16F-5DF5-8765-A933B852AF10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69" creationId="{A1A4972F-217D-3F95-AB23-ADDFD8EE9625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77" creationId="{80E48C37-5557-85EA-0399-AA96BA204E46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78" creationId="{EEC2ECC0-76B6-0301-5A4E-6FABFFE34829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480" creationId="{D6BAC946-2AE9-30C2-9B06-4794D0DA9CFF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81" creationId="{60F0697C-FB80-1D2B-EE1D-0CA5681CF90B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91" creationId="{28370A3C-CC08-962A-66D0-B7B025B94191}"/>
          </ac:spMkLst>
        </pc:spChg>
        <pc:spChg chg="del">
          <ac:chgData name="이규빈" userId="b9d40a19-df1b-458f-86df-cd2cb0ed7b78" providerId="ADAL" clId="{C2EDD66D-DBE8-4BE9-ACBD-F3D6BC7B5612}" dt="2024-05-13T13:34:55.809" v="899" actId="478"/>
          <ac:spMkLst>
            <pc:docMk/>
            <pc:sldMk cId="1022939893" sldId="280"/>
            <ac:spMk id="492" creationId="{0655C53B-AE0A-AD22-3DA6-193AEC73AC23}"/>
          </ac:spMkLst>
        </pc:spChg>
        <pc:spChg chg="mod">
          <ac:chgData name="이규빈" userId="b9d40a19-df1b-458f-86df-cd2cb0ed7b78" providerId="ADAL" clId="{C2EDD66D-DBE8-4BE9-ACBD-F3D6BC7B5612}" dt="2024-05-13T13:35:39.818" v="900" actId="1076"/>
          <ac:spMkLst>
            <pc:docMk/>
            <pc:sldMk cId="1022939893" sldId="280"/>
            <ac:spMk id="495" creationId="{49893A22-A6B2-8DE7-9791-80D0034B75DC}"/>
          </ac:spMkLst>
        </pc:spChg>
        <pc:spChg chg="del">
          <ac:chgData name="이규빈" userId="b9d40a19-df1b-458f-86df-cd2cb0ed7b78" providerId="ADAL" clId="{C2EDD66D-DBE8-4BE9-ACBD-F3D6BC7B5612}" dt="2024-05-13T13:34:53.354" v="898" actId="478"/>
          <ac:spMkLst>
            <pc:docMk/>
            <pc:sldMk cId="1022939893" sldId="280"/>
            <ac:spMk id="497" creationId="{F4FCA243-7B65-1CA7-2444-9BEA01C26916}"/>
          </ac:spMkLst>
        </pc:spChg>
      </pc:sldChg>
      <pc:sldChg chg="addSp delSp modSp add del mod">
        <pc:chgData name="이규빈" userId="b9d40a19-df1b-458f-86df-cd2cb0ed7b78" providerId="ADAL" clId="{C2EDD66D-DBE8-4BE9-ACBD-F3D6BC7B5612}" dt="2024-05-13T14:30:07.998" v="1466" actId="47"/>
        <pc:sldMkLst>
          <pc:docMk/>
          <pc:sldMk cId="1076791983" sldId="281"/>
        </pc:sldMkLst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4" creationId="{5CB706F5-8ADE-3C88-E42D-8DD0109F6C1C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5" creationId="{30977634-5874-2174-E170-9A1F887BF6A4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6" creationId="{A1833AEA-5528-7208-3C8D-FD0B9F91DB84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7" creationId="{7FBA28AD-485D-2F50-1C45-DDA72DEA3AAC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8" creationId="{0EF634AD-C10A-B96B-4439-95DE06C45178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9" creationId="{2A8FFC68-F1E0-727F-37E2-8861642F0586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0" creationId="{F6A66303-9D83-6EEE-B52F-EA3F9F57EBB1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1" creationId="{5F2DC383-DDD7-808E-1C3C-EFE04C366BDB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2" creationId="{14859662-4E5F-0F7B-0777-A4D0D7373A13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3" creationId="{EF615CE3-8A7F-C672-ECA9-04424CC7F84C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4" creationId="{D8FB8BAC-B3CE-2D50-4D82-1A53857EA165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5" creationId="{2C71BC9A-FF1A-667C-C9EC-C25C4B8B9D64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6" creationId="{47FDEA96-B281-653D-3FFE-078F59470C81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7" creationId="{D56ED7B7-233C-63D5-6CD1-589AB1EC4F17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8" creationId="{5BEDD063-94AB-2E1D-7880-F587A75865E5}"/>
          </ac:spMkLst>
        </pc:spChg>
        <pc:spChg chg="add mod">
          <ac:chgData name="이규빈" userId="b9d40a19-df1b-458f-86df-cd2cb0ed7b78" providerId="ADAL" clId="{C2EDD66D-DBE8-4BE9-ACBD-F3D6BC7B5612}" dt="2024-05-13T14:04:10.177" v="1183" actId="1076"/>
          <ac:spMkLst>
            <pc:docMk/>
            <pc:sldMk cId="1076791983" sldId="281"/>
            <ac:spMk id="19" creationId="{6D3362FC-8100-95EC-C0E2-595135299680}"/>
          </ac:spMkLst>
        </pc:spChg>
        <pc:spChg chg="add mod">
          <ac:chgData name="이규빈" userId="b9d40a19-df1b-458f-86df-cd2cb0ed7b78" providerId="ADAL" clId="{C2EDD66D-DBE8-4BE9-ACBD-F3D6BC7B5612}" dt="2024-05-13T14:04:48.425" v="1189" actId="1035"/>
          <ac:spMkLst>
            <pc:docMk/>
            <pc:sldMk cId="1076791983" sldId="281"/>
            <ac:spMk id="20" creationId="{58D1864B-5198-B9DB-E4CD-416CF2624731}"/>
          </ac:spMkLst>
        </pc:spChg>
        <pc:spChg chg="mod">
          <ac:chgData name="이규빈" userId="b9d40a19-df1b-458f-86df-cd2cb0ed7b78" providerId="ADAL" clId="{C2EDD66D-DBE8-4BE9-ACBD-F3D6BC7B5612}" dt="2024-05-13T14:04:37.095" v="1187" actId="14100"/>
          <ac:spMkLst>
            <pc:docMk/>
            <pc:sldMk cId="1076791983" sldId="281"/>
            <ac:spMk id="34" creationId="{2FD14DB7-6D50-2485-4689-18A6BA5BE016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480" creationId="{D6BAC946-2AE9-30C2-9B06-4794D0DA9CFF}"/>
          </ac:spMkLst>
        </pc:spChg>
        <pc:spChg chg="mod">
          <ac:chgData name="이규빈" userId="b9d40a19-df1b-458f-86df-cd2cb0ed7b78" providerId="ADAL" clId="{C2EDD66D-DBE8-4BE9-ACBD-F3D6BC7B5612}" dt="2024-05-13T14:06:59.056" v="1192" actId="14100"/>
          <ac:spMkLst>
            <pc:docMk/>
            <pc:sldMk cId="1076791983" sldId="281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4:04:12.304" v="1185" actId="20577"/>
          <ac:spMkLst>
            <pc:docMk/>
            <pc:sldMk cId="1076791983" sldId="281"/>
            <ac:spMk id="489" creationId="{F991B896-2A52-92AD-B4FD-09DD32865FF5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504" creationId="{ED8A52C3-4BFF-16E7-CC7E-0E6820BC8744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505" creationId="{4607D4D1-F7F3-E364-2C88-90B74A0B816C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506" creationId="{3ED2771C-7D64-88EC-2E2F-90522AABFBAC}"/>
          </ac:spMkLst>
        </pc:spChg>
        <pc:spChg chg="mod">
          <ac:chgData name="이규빈" userId="b9d40a19-df1b-458f-86df-cd2cb0ed7b78" providerId="ADAL" clId="{C2EDD66D-DBE8-4BE9-ACBD-F3D6BC7B5612}" dt="2024-05-13T14:04:33.239" v="1186" actId="1076"/>
          <ac:spMkLst>
            <pc:docMk/>
            <pc:sldMk cId="1076791983" sldId="281"/>
            <ac:spMk id="507" creationId="{166AA325-5ED4-F11A-61FE-511AFFB49D22}"/>
          </ac:spMkLst>
        </pc:spChg>
        <pc:picChg chg="add del mod">
          <ac:chgData name="이규빈" userId="b9d40a19-df1b-458f-86df-cd2cb0ed7b78" providerId="ADAL" clId="{C2EDD66D-DBE8-4BE9-ACBD-F3D6BC7B5612}" dt="2024-05-13T14:05:53.329" v="1191" actId="478"/>
          <ac:picMkLst>
            <pc:docMk/>
            <pc:sldMk cId="1076791983" sldId="281"/>
            <ac:picMk id="21" creationId="{7376186D-BCCA-1E04-C63A-837136240A69}"/>
          </ac:picMkLst>
        </pc:picChg>
      </pc:sldChg>
      <pc:sldChg chg="addSp delSp modSp add del mod">
        <pc:chgData name="이규빈" userId="b9d40a19-df1b-458f-86df-cd2cb0ed7b78" providerId="ADAL" clId="{C2EDD66D-DBE8-4BE9-ACBD-F3D6BC7B5612}" dt="2024-05-13T15:05:05.807" v="1656" actId="47"/>
        <pc:sldMkLst>
          <pc:docMk/>
          <pc:sldMk cId="955812709" sldId="282"/>
        </pc:sldMkLst>
        <pc:spChg chg="mod">
          <ac:chgData name="이규빈" userId="b9d40a19-df1b-458f-86df-cd2cb0ed7b78" providerId="ADAL" clId="{C2EDD66D-DBE8-4BE9-ACBD-F3D6BC7B5612}" dt="2024-05-13T14:22:08.743" v="1418"/>
          <ac:spMkLst>
            <pc:docMk/>
            <pc:sldMk cId="955812709" sldId="282"/>
            <ac:spMk id="2" creationId="{D4F75772-E19D-1FC7-ECA0-6D4CB1353F46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4" creationId="{10370BE4-1E08-F18C-1074-4B1D0139932B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" creationId="{A00EF7F1-3A64-12AA-B2BC-DEDBF379129E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6" creationId="{DE62C044-43CE-7C3A-EA9E-D8F66E8B83B3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7" creationId="{984D1A1A-D2B4-707D-9745-2E09AC3E14F5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8" creationId="{FAFE4A9A-FF31-0A84-EFE1-7D4ED9C43442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9" creationId="{9430E113-23C8-6C86-5B9A-7CBD2DD4B91C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0" creationId="{68285E31-8B8C-1604-6580-5E5CE5BEB0A5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1" creationId="{6D360E4D-22FA-DE25-D207-4D5E4C7A373C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2" creationId="{626CCDD4-8F04-099C-3282-BC63F56778F9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3" creationId="{55C80D35-0CFC-A808-045B-DDBB4A4D0353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4" creationId="{CFAA2B75-A58F-A493-D661-781F3A427880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5" creationId="{FBA26B73-B19F-7983-6134-F714F3D98DFC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6" creationId="{4381CF12-A50A-6DC2-7DB9-2AFB6BD6D53B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7" creationId="{F4EB1F86-A192-AA18-CEE3-EC187D8D3A9E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8" creationId="{92926E03-6DFA-F8D6-5C62-2393A63EAF97}"/>
          </ac:spMkLst>
        </pc:spChg>
        <pc:spChg chg="add del mod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19" creationId="{0AB428B9-4174-560F-DD08-DC641B823BB2}"/>
          </ac:spMkLst>
        </pc:spChg>
        <pc:spChg chg="add mod">
          <ac:chgData name="이규빈" userId="b9d40a19-df1b-458f-86df-cd2cb0ed7b78" providerId="ADAL" clId="{C2EDD66D-DBE8-4BE9-ACBD-F3D6BC7B5612}" dt="2024-05-13T14:24:29.376" v="1450" actId="164"/>
          <ac:spMkLst>
            <pc:docMk/>
            <pc:sldMk cId="955812709" sldId="282"/>
            <ac:spMk id="20" creationId="{AA55102B-13C7-B024-E4E8-AEC3E5EDC3C4}"/>
          </ac:spMkLst>
        </pc:spChg>
        <pc:spChg chg="add del mod">
          <ac:chgData name="이규빈" userId="b9d40a19-df1b-458f-86df-cd2cb0ed7b78" providerId="ADAL" clId="{C2EDD66D-DBE8-4BE9-ACBD-F3D6BC7B5612}" dt="2024-05-13T14:29:22.334" v="1463" actId="478"/>
          <ac:spMkLst>
            <pc:docMk/>
            <pc:sldMk cId="955812709" sldId="282"/>
            <ac:spMk id="22" creationId="{8E98C576-ADA9-D5B8-C404-60C2981FEE5A}"/>
          </ac:spMkLst>
        </pc:spChg>
        <pc:spChg chg="add del mod">
          <ac:chgData name="이규빈" userId="b9d40a19-df1b-458f-86df-cd2cb0ed7b78" providerId="ADAL" clId="{C2EDD66D-DBE8-4BE9-ACBD-F3D6BC7B5612}" dt="2024-05-13T14:29:22.334" v="1463" actId="478"/>
          <ac:spMkLst>
            <pc:docMk/>
            <pc:sldMk cId="955812709" sldId="282"/>
            <ac:spMk id="23" creationId="{BBE26D24-B81D-598C-F356-502BABFE2AFB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4" creationId="{EACF99EC-736F-6841-1365-664F21E73245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5" creationId="{BB747DCE-047A-924B-43CD-22F788C2DC6C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6" creationId="{316B98F5-45F5-AA46-40A5-23C74C2E53E1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7" creationId="{8156F6AA-CE35-607B-8591-9C5F2C4B36E6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8" creationId="{2DC22D59-5A40-4A97-46D5-5A754A80ECF4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29" creationId="{05A4BDB6-EBB7-F1A9-F00B-B4BF697FD576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0" creationId="{12CBBC83-544E-A7F4-0CC0-589D87CF4E6C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1" creationId="{5C73E07B-918D-A49A-EF74-8928AC65BBD6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2" creationId="{86D1D56D-6870-B37A-42CE-3185719333CD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3" creationId="{8DFE585A-8FBC-0AB1-6992-FB6835146456}"/>
          </ac:spMkLst>
        </pc:spChg>
        <pc:spChg chg="mod">
          <ac:chgData name="이규빈" userId="b9d40a19-df1b-458f-86df-cd2cb0ed7b78" providerId="ADAL" clId="{C2EDD66D-DBE8-4BE9-ACBD-F3D6BC7B5612}" dt="2024-05-13T14:24:33.879" v="1451" actId="12789"/>
          <ac:spMkLst>
            <pc:docMk/>
            <pc:sldMk cId="955812709" sldId="282"/>
            <ac:spMk id="34" creationId="{2FD14DB7-6D50-2485-4689-18A6BA5BE016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5" creationId="{51969851-E4F8-A735-8F69-960E27726CAB}"/>
          </ac:spMkLst>
        </pc:spChg>
        <pc:spChg chg="add del mod">
          <ac:chgData name="이규빈" userId="b9d40a19-df1b-458f-86df-cd2cb0ed7b78" providerId="ADAL" clId="{C2EDD66D-DBE8-4BE9-ACBD-F3D6BC7B5612}" dt="2024-05-13T14:33:14.239" v="1485" actId="478"/>
          <ac:spMkLst>
            <pc:docMk/>
            <pc:sldMk cId="955812709" sldId="282"/>
            <ac:spMk id="37" creationId="{ABC3E857-8D4A-C0D8-04D9-6C0A59368D50}"/>
          </ac:spMkLst>
        </pc:spChg>
        <pc:spChg chg="add del mod">
          <ac:chgData name="이규빈" userId="b9d40a19-df1b-458f-86df-cd2cb0ed7b78" providerId="ADAL" clId="{C2EDD66D-DBE8-4BE9-ACBD-F3D6BC7B5612}" dt="2024-05-13T14:33:12.302" v="1484" actId="478"/>
          <ac:spMkLst>
            <pc:docMk/>
            <pc:sldMk cId="955812709" sldId="282"/>
            <ac:spMk id="38" creationId="{7B76035E-4C23-87CE-9CBF-B20574D1B014}"/>
          </ac:spMkLst>
        </pc:spChg>
        <pc:spChg chg="add del mod">
          <ac:chgData name="이규빈" userId="b9d40a19-df1b-458f-86df-cd2cb0ed7b78" providerId="ADAL" clId="{C2EDD66D-DBE8-4BE9-ACBD-F3D6BC7B5612}" dt="2024-05-13T14:33:15.478" v="1486" actId="478"/>
          <ac:spMkLst>
            <pc:docMk/>
            <pc:sldMk cId="955812709" sldId="282"/>
            <ac:spMk id="39" creationId="{B4DA6DA8-6797-87ED-E566-BB33F61602AF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0" creationId="{A55AE049-FE2C-A630-EFFB-BFE6E003264F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1" creationId="{96C79D48-2E27-A153-D2CD-CD87D8088296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2" creationId="{AA1E0486-A395-446B-9EBC-3C9EFE879B25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3" creationId="{F0961065-E545-BC06-02DF-6D022DDC366B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4" creationId="{6C9ADFFA-BE48-191B-A200-7874274B0455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5" creationId="{EE6C3629-AA7E-E6A9-50C1-B9334A30FAD9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6" creationId="{FAC1146B-5EB1-AC63-4D0A-B9FEFBCE2E3A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7" creationId="{43D0C34A-8122-5689-833B-0A099D7A079E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8" creationId="{8BA33FD9-E027-D403-B1DE-67B8C36B185F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49" creationId="{BF20A395-17FD-1E18-9A5D-C0D66CAA62FF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50" creationId="{9E5AEAF5-A4BF-726D-2CB5-E1F95A16DB3D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51" creationId="{352CE50D-EC35-5695-B91D-D3F2AD7CFB08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52" creationId="{F35CACCC-81FD-4EC3-FEAA-AB24EC7879D1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53" creationId="{B5ECAF64-D88E-48E2-6EAE-A1E26AFCBEF1}"/>
          </ac:spMkLst>
        </pc:spChg>
        <pc:spChg chg="add del mod">
          <ac:chgData name="이규빈" userId="b9d40a19-df1b-458f-86df-cd2cb0ed7b78" providerId="ADAL" clId="{C2EDD66D-DBE8-4BE9-ACBD-F3D6BC7B5612}" dt="2024-05-13T14:31:10.598" v="1472" actId="478"/>
          <ac:spMkLst>
            <pc:docMk/>
            <pc:sldMk cId="955812709" sldId="282"/>
            <ac:spMk id="54" creationId="{C13F8B53-EBAF-D668-141A-1630887D3B6E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55" creationId="{798DB870-9F38-0CAE-BC4D-069DBF981732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56" creationId="{7F9BE722-927D-5D85-99F0-37627D6D9FBF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57" creationId="{82F494FB-E42C-FA64-1A61-5B884D037376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58" creationId="{1270719D-F46B-73CD-4F66-122A291512B6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59" creationId="{0BACBB6A-24FD-1764-018A-646D3A9149C3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60" creationId="{659160E7-5D0B-5089-F12B-6D240B01ED0A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61" creationId="{F0877771-64E3-BB57-0313-DF5CE13F5BB3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62" creationId="{04E59C62-F3C2-9BEC-527F-8CFEBC94CE40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63" creationId="{B5EAF421-D341-DE10-B0E5-873B69CD339A}"/>
          </ac:spMkLst>
        </pc:spChg>
        <pc:spChg chg="mod">
          <ac:chgData name="이규빈" userId="b9d40a19-df1b-458f-86df-cd2cb0ed7b78" providerId="ADAL" clId="{C2EDD66D-DBE8-4BE9-ACBD-F3D6BC7B5612}" dt="2024-05-13T14:22:27.054" v="1427" actId="1076"/>
          <ac:spMkLst>
            <pc:docMk/>
            <pc:sldMk cId="955812709" sldId="282"/>
            <ac:spMk id="103" creationId="{D7BFC14B-5D73-A4A0-8979-44682D847956}"/>
          </ac:spMkLst>
        </pc:spChg>
        <pc:spChg chg="mod">
          <ac:chgData name="이규빈" userId="b9d40a19-df1b-458f-86df-cd2cb0ed7b78" providerId="ADAL" clId="{C2EDD66D-DBE8-4BE9-ACBD-F3D6BC7B5612}" dt="2024-05-13T14:23:32.374" v="1433" actId="1076"/>
          <ac:spMkLst>
            <pc:docMk/>
            <pc:sldMk cId="955812709" sldId="282"/>
            <ac:spMk id="106" creationId="{B42D7920-B4F0-16E5-B0BE-3BD487682E45}"/>
          </ac:spMkLst>
        </pc:spChg>
        <pc:spChg chg="mod">
          <ac:chgData name="이규빈" userId="b9d40a19-df1b-458f-86df-cd2cb0ed7b78" providerId="ADAL" clId="{C2EDD66D-DBE8-4BE9-ACBD-F3D6BC7B5612}" dt="2024-05-13T14:24:25.504" v="1449" actId="12789"/>
          <ac:spMkLst>
            <pc:docMk/>
            <pc:sldMk cId="955812709" sldId="282"/>
            <ac:spMk id="107" creationId="{0644753C-2A07-F86F-E280-7AE67BC03B4D}"/>
          </ac:spMkLst>
        </pc:spChg>
        <pc:spChg chg="mod">
          <ac:chgData name="이규빈" userId="b9d40a19-df1b-458f-86df-cd2cb0ed7b78" providerId="ADAL" clId="{C2EDD66D-DBE8-4BE9-ACBD-F3D6BC7B5612}" dt="2024-05-13T14:23:32.374" v="1433" actId="1076"/>
          <ac:spMkLst>
            <pc:docMk/>
            <pc:sldMk cId="955812709" sldId="282"/>
            <ac:spMk id="114" creationId="{7246B219-C37B-680F-3FF1-9795776D3A9A}"/>
          </ac:spMkLst>
        </pc:spChg>
        <pc:spChg chg="mod">
          <ac:chgData name="이규빈" userId="b9d40a19-df1b-458f-86df-cd2cb0ed7b78" providerId="ADAL" clId="{C2EDD66D-DBE8-4BE9-ACBD-F3D6BC7B5612}" dt="2024-05-13T14:24:25.504" v="1449" actId="12789"/>
          <ac:spMkLst>
            <pc:docMk/>
            <pc:sldMk cId="955812709" sldId="282"/>
            <ac:spMk id="115" creationId="{911BDC7C-51EE-F84F-E4BE-729793678000}"/>
          </ac:spMkLst>
        </pc:spChg>
        <pc:spChg chg="mod">
          <ac:chgData name="이규빈" userId="b9d40a19-df1b-458f-86df-cd2cb0ed7b78" providerId="ADAL" clId="{C2EDD66D-DBE8-4BE9-ACBD-F3D6BC7B5612}" dt="2024-05-13T14:23:32.374" v="1433" actId="1076"/>
          <ac:spMkLst>
            <pc:docMk/>
            <pc:sldMk cId="955812709" sldId="282"/>
            <ac:spMk id="116" creationId="{DF0FB2B7-418B-5A89-1DBF-E9F772F026E1}"/>
          </ac:spMkLst>
        </pc:spChg>
        <pc:spChg chg="mod">
          <ac:chgData name="이규빈" userId="b9d40a19-df1b-458f-86df-cd2cb0ed7b78" providerId="ADAL" clId="{C2EDD66D-DBE8-4BE9-ACBD-F3D6BC7B5612}" dt="2024-05-13T14:23:32.374" v="1433" actId="1076"/>
          <ac:spMkLst>
            <pc:docMk/>
            <pc:sldMk cId="955812709" sldId="282"/>
            <ac:spMk id="117" creationId="{A163B4F2-6BBF-6774-B4DB-1197C1277BB7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48" creationId="{1106D1EA-BD8A-CE15-CBBB-81F682A2FA45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49" creationId="{07763D2A-D291-CAE8-21CB-6FBF3B50E88C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50" creationId="{78485655-8DD9-78BB-923F-0C02CB15974C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51" creationId="{9528F356-959F-3C77-5FC3-F26895901A5C}"/>
          </ac:spMkLst>
        </pc:spChg>
        <pc:spChg chg="add del mod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52" creationId="{690E0421-85B7-CA8F-C779-0C5624117658}"/>
          </ac:spMkLst>
        </pc:spChg>
        <pc:spChg chg="mod">
          <ac:chgData name="이규빈" userId="b9d40a19-df1b-458f-86df-cd2cb0ed7b78" providerId="ADAL" clId="{C2EDD66D-DBE8-4BE9-ACBD-F3D6BC7B5612}" dt="2024-05-13T14:24:29.376" v="1450" actId="164"/>
          <ac:spMkLst>
            <pc:docMk/>
            <pc:sldMk cId="955812709" sldId="282"/>
            <ac:spMk id="453" creationId="{8C0D370B-9A55-1281-0CA2-DC39625A8C0A}"/>
          </ac:spMkLst>
        </pc:spChg>
        <pc:spChg chg="del mod topLvl">
          <ac:chgData name="이규빈" userId="b9d40a19-df1b-458f-86df-cd2cb0ed7b78" providerId="ADAL" clId="{C2EDD66D-DBE8-4BE9-ACBD-F3D6BC7B5612}" dt="2024-05-13T14:58:31.318" v="1597" actId="478"/>
          <ac:spMkLst>
            <pc:docMk/>
            <pc:sldMk cId="955812709" sldId="282"/>
            <ac:spMk id="455" creationId="{B2AFEEE3-00AB-99EA-E9B1-165AF9D50142}"/>
          </ac:spMkLst>
        </pc:spChg>
        <pc:spChg chg="del mod topLvl">
          <ac:chgData name="이규빈" userId="b9d40a19-df1b-458f-86df-cd2cb0ed7b78" providerId="ADAL" clId="{C2EDD66D-DBE8-4BE9-ACBD-F3D6BC7B5612}" dt="2024-05-13T14:32:05.902" v="1482" actId="478"/>
          <ac:spMkLst>
            <pc:docMk/>
            <pc:sldMk cId="955812709" sldId="282"/>
            <ac:spMk id="456" creationId="{A9BBE4AB-C67E-028B-E05F-BA468BF034A5}"/>
          </ac:spMkLst>
        </pc:spChg>
        <pc:spChg chg="mod">
          <ac:chgData name="이규빈" userId="b9d40a19-df1b-458f-86df-cd2cb0ed7b78" providerId="ADAL" clId="{C2EDD66D-DBE8-4BE9-ACBD-F3D6BC7B5612}" dt="2024-05-13T14:23:53.126" v="1440" actId="1076"/>
          <ac:spMkLst>
            <pc:docMk/>
            <pc:sldMk cId="955812709" sldId="282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4:29:28.037" v="1464" actId="14100"/>
          <ac:spMkLst>
            <pc:docMk/>
            <pc:sldMk cId="955812709" sldId="282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4:21:13.367" v="1382"/>
          <ac:spMkLst>
            <pc:docMk/>
            <pc:sldMk cId="955812709" sldId="282"/>
            <ac:spMk id="489" creationId="{F991B896-2A52-92AD-B4FD-09DD32865FF5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15" creationId="{3D9CDCB9-E839-14A0-3B25-D281511C8103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16" creationId="{23D5009C-14E9-5787-3286-BE55A0306605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17" creationId="{86D1F031-8386-1F60-681E-260FEA5ED90B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18" creationId="{E208CE0E-CC40-A99F-5344-B52F78F57041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19" creationId="{4A99FD11-8E2D-8B68-F28D-CFE8B09CE56D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0" creationId="{49C2F492-F8BE-61FB-2F14-F7117B6D67EB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1" creationId="{794CB245-F04B-41DC-963D-062F80821449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2" creationId="{E5E98FFD-92C2-5BE7-7F17-17BFA6A22BC4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3" creationId="{1E2CD957-059E-A7A0-EEEC-F2D1C02AE7DD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4" creationId="{F9D6A524-F3DB-405A-86D1-9BB2D32C63D0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5" creationId="{62B9F182-C153-FA98-A9BC-5EDCF47170FD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6" creationId="{67F3DEDB-58B9-5708-0C86-071E9BDFFF97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7" creationId="{E44D6AF7-2331-B348-D216-2FF5B85EB5CC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8" creationId="{98A7E889-24C5-FDE5-0EFB-0E2345756A66}"/>
          </ac:spMkLst>
        </pc:spChg>
        <pc:spChg chg="del">
          <ac:chgData name="이규빈" userId="b9d40a19-df1b-458f-86df-cd2cb0ed7b78" providerId="ADAL" clId="{C2EDD66D-DBE8-4BE9-ACBD-F3D6BC7B5612}" dt="2024-05-13T14:23:43.855" v="1438" actId="478"/>
          <ac:spMkLst>
            <pc:docMk/>
            <pc:sldMk cId="955812709" sldId="282"/>
            <ac:spMk id="529" creationId="{F756D94C-8DE5-2FF0-3E0E-3C43C138F83F}"/>
          </ac:spMkLst>
        </pc:spChg>
        <pc:grpChg chg="add mod">
          <ac:chgData name="이규빈" userId="b9d40a19-df1b-458f-86df-cd2cb0ed7b78" providerId="ADAL" clId="{C2EDD66D-DBE8-4BE9-ACBD-F3D6BC7B5612}" dt="2024-05-13T14:24:33.879" v="1451" actId="12789"/>
          <ac:grpSpMkLst>
            <pc:docMk/>
            <pc:sldMk cId="955812709" sldId="282"/>
            <ac:grpSpMk id="21" creationId="{74BA738F-5E7E-EB2B-6792-5603B5F986C6}"/>
          </ac:grpSpMkLst>
        </pc:grpChg>
        <pc:grpChg chg="add del mod">
          <ac:chgData name="이규빈" userId="b9d40a19-df1b-458f-86df-cd2cb0ed7b78" providerId="ADAL" clId="{C2EDD66D-DBE8-4BE9-ACBD-F3D6BC7B5612}" dt="2024-05-13T14:32:05.902" v="1482" actId="478"/>
          <ac:grpSpMkLst>
            <pc:docMk/>
            <pc:sldMk cId="955812709" sldId="282"/>
            <ac:grpSpMk id="454" creationId="{3ABDC675-C86E-8A8C-D2C0-E489BC75D03A}"/>
          </ac:grpSpMkLst>
        </pc:grpChg>
      </pc:sldChg>
      <pc:sldChg chg="delSp modSp add del mod">
        <pc:chgData name="이규빈" userId="b9d40a19-df1b-458f-86df-cd2cb0ed7b78" providerId="ADAL" clId="{C2EDD66D-DBE8-4BE9-ACBD-F3D6BC7B5612}" dt="2024-05-13T15:05:10.734" v="1657" actId="47"/>
        <pc:sldMkLst>
          <pc:docMk/>
          <pc:sldMk cId="2679850118" sldId="283"/>
        </pc:sldMkLst>
        <pc:spChg chg="mod">
          <ac:chgData name="이규빈" userId="b9d40a19-df1b-458f-86df-cd2cb0ed7b78" providerId="ADAL" clId="{C2EDD66D-DBE8-4BE9-ACBD-F3D6BC7B5612}" dt="2024-05-13T14:34:52.214" v="1492"/>
          <ac:spMkLst>
            <pc:docMk/>
            <pc:sldMk cId="2679850118" sldId="283"/>
            <ac:spMk id="2" creationId="{D4F75772-E19D-1FC7-ECA0-6D4CB1353F46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55" creationId="{798DB870-9F38-0CAE-BC4D-069DBF981732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56" creationId="{7F9BE722-927D-5D85-99F0-37627D6D9FBF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57" creationId="{82F494FB-E42C-FA64-1A61-5B884D037376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58" creationId="{1270719D-F46B-73CD-4F66-122A291512B6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59" creationId="{0BACBB6A-24FD-1764-018A-646D3A9149C3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60" creationId="{659160E7-5D0B-5089-F12B-6D240B01ED0A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61" creationId="{F0877771-64E3-BB57-0313-DF5CE13F5BB3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62" creationId="{04E59C62-F3C2-9BEC-527F-8CFEBC94CE40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63" creationId="{B5EAF421-D341-DE10-B0E5-873B69CD339A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48" creationId="{1106D1EA-BD8A-CE15-CBBB-81F682A2FA45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49" creationId="{07763D2A-D291-CAE8-21CB-6FBF3B50E88C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50" creationId="{78485655-8DD9-78BB-923F-0C02CB15974C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51" creationId="{9528F356-959F-3C77-5FC3-F26895901A5C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52" creationId="{690E0421-85B7-CA8F-C779-0C5624117658}"/>
          </ac:spMkLst>
        </pc:spChg>
        <pc:spChg chg="del">
          <ac:chgData name="이규빈" userId="b9d40a19-df1b-458f-86df-cd2cb0ed7b78" providerId="ADAL" clId="{C2EDD66D-DBE8-4BE9-ACBD-F3D6BC7B5612}" dt="2024-05-13T14:35:54.982" v="1493" actId="478"/>
          <ac:spMkLst>
            <pc:docMk/>
            <pc:sldMk cId="2679850118" sldId="283"/>
            <ac:spMk id="455" creationId="{B2AFEEE3-00AB-99EA-E9B1-165AF9D50142}"/>
          </ac:spMkLst>
        </pc:spChg>
      </pc:sldChg>
      <pc:sldChg chg="add del">
        <pc:chgData name="이규빈" userId="b9d40a19-df1b-458f-86df-cd2cb0ed7b78" providerId="ADAL" clId="{C2EDD66D-DBE8-4BE9-ACBD-F3D6BC7B5612}" dt="2024-05-13T14:50:24.996" v="1559" actId="47"/>
        <pc:sldMkLst>
          <pc:docMk/>
          <pc:sldMk cId="1377363016" sldId="284"/>
        </pc:sldMkLst>
      </pc:sldChg>
      <pc:sldChg chg="addSp delSp modSp add mod">
        <pc:chgData name="이규빈" userId="b9d40a19-df1b-458f-86df-cd2cb0ed7b78" providerId="ADAL" clId="{C2EDD66D-DBE8-4BE9-ACBD-F3D6BC7B5612}" dt="2024-05-13T15:14:21.275" v="1715" actId="1076"/>
        <pc:sldMkLst>
          <pc:docMk/>
          <pc:sldMk cId="2037116806" sldId="284"/>
        </pc:sldMkLst>
        <pc:spChg chg="mod">
          <ac:chgData name="이규빈" userId="b9d40a19-df1b-458f-86df-cd2cb0ed7b78" providerId="ADAL" clId="{C2EDD66D-DBE8-4BE9-ACBD-F3D6BC7B5612}" dt="2024-05-13T15:04:59.477" v="1655"/>
          <ac:spMkLst>
            <pc:docMk/>
            <pc:sldMk cId="2037116806" sldId="284"/>
            <ac:spMk id="2" creationId="{D4F75772-E19D-1FC7-ECA0-6D4CB1353F46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4" creationId="{FD327FEA-EC50-FC17-40BD-CEABD8A2A332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5" creationId="{867E9569-E079-88DA-FC56-A940037FBF45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6" creationId="{FA1F0E77-8A17-159B-D6CE-E2224850DE4C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7" creationId="{C05C2DA3-C0B3-6EA8-F602-7DF70B4B3A31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8" creationId="{46016E56-157E-75F3-01CA-44AB922715D2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9" creationId="{7D851779-0D1C-DB68-A7C5-CBDCC4738568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0" creationId="{3E42BEC9-550B-13FB-58CB-C3611B8B5848}"/>
          </ac:spMkLst>
        </pc:spChg>
        <pc:spChg chg="add mod">
          <ac:chgData name="이규빈" userId="b9d40a19-df1b-458f-86df-cd2cb0ed7b78" providerId="ADAL" clId="{C2EDD66D-DBE8-4BE9-ACBD-F3D6BC7B5612}" dt="2024-05-13T15:00:24.950" v="1625" actId="555"/>
          <ac:spMkLst>
            <pc:docMk/>
            <pc:sldMk cId="2037116806" sldId="284"/>
            <ac:spMk id="11" creationId="{CDFDC5E1-335C-7EDC-B58E-2576E428D99C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2" creationId="{F29CF270-7FBA-52A6-6296-C3F627228D15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3" creationId="{1FD8891C-1A01-B7A5-4AE2-AEAB3E481B14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4" creationId="{F7E29E7E-FDD5-5E7D-5C08-3234E866B780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5" creationId="{209CAB7C-9C00-839A-201E-0B0A0A14195A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6" creationId="{975B3899-86F3-810F-61A7-9641963C372A}"/>
          </ac:spMkLst>
        </pc:spChg>
        <pc:spChg chg="add del mod">
          <ac:chgData name="이규빈" userId="b9d40a19-df1b-458f-86df-cd2cb0ed7b78" providerId="ADAL" clId="{C2EDD66D-DBE8-4BE9-ACBD-F3D6BC7B5612}" dt="2024-05-13T14:59:55.460" v="1617" actId="478"/>
          <ac:spMkLst>
            <pc:docMk/>
            <pc:sldMk cId="2037116806" sldId="284"/>
            <ac:spMk id="17" creationId="{6A9D1016-5764-EBF5-9F54-1258D5F90F19}"/>
          </ac:spMkLst>
        </pc:spChg>
        <pc:spChg chg="mod">
          <ac:chgData name="이규빈" userId="b9d40a19-df1b-458f-86df-cd2cb0ed7b78" providerId="ADAL" clId="{C2EDD66D-DBE8-4BE9-ACBD-F3D6BC7B5612}" dt="2024-05-13T14:58:37.658" v="1599"/>
          <ac:spMkLst>
            <pc:docMk/>
            <pc:sldMk cId="2037116806" sldId="284"/>
            <ac:spMk id="19" creationId="{A245F634-DA0D-EE3D-F391-5C48E736920C}"/>
          </ac:spMkLst>
        </pc:spChg>
        <pc:spChg chg="mod">
          <ac:chgData name="이규빈" userId="b9d40a19-df1b-458f-86df-cd2cb0ed7b78" providerId="ADAL" clId="{C2EDD66D-DBE8-4BE9-ACBD-F3D6BC7B5612}" dt="2024-05-13T14:58:37.658" v="1599"/>
          <ac:spMkLst>
            <pc:docMk/>
            <pc:sldMk cId="2037116806" sldId="284"/>
            <ac:spMk id="20" creationId="{AF67CD6A-4BC1-8553-E753-39E122D39102}"/>
          </ac:spMkLst>
        </pc:spChg>
        <pc:spChg chg="add mod">
          <ac:chgData name="이규빈" userId="b9d40a19-df1b-458f-86df-cd2cb0ed7b78" providerId="ADAL" clId="{C2EDD66D-DBE8-4BE9-ACBD-F3D6BC7B5612}" dt="2024-05-13T14:59:12.004" v="1605" actId="571"/>
          <ac:spMkLst>
            <pc:docMk/>
            <pc:sldMk cId="2037116806" sldId="284"/>
            <ac:spMk id="21" creationId="{DB6A6D56-6512-4C65-5162-E0DB4EA13F50}"/>
          </ac:spMkLst>
        </pc:spChg>
        <pc:spChg chg="add mod">
          <ac:chgData name="이규빈" userId="b9d40a19-df1b-458f-86df-cd2cb0ed7b78" providerId="ADAL" clId="{C2EDD66D-DBE8-4BE9-ACBD-F3D6BC7B5612}" dt="2024-05-13T14:59:56.344" v="1618"/>
          <ac:spMkLst>
            <pc:docMk/>
            <pc:sldMk cId="2037116806" sldId="284"/>
            <ac:spMk id="22" creationId="{A189946F-1A69-A48C-4544-8BD5B663C90C}"/>
          </ac:spMkLst>
        </pc:spChg>
        <pc:spChg chg="add del mod">
          <ac:chgData name="이규빈" userId="b9d40a19-df1b-458f-86df-cd2cb0ed7b78" providerId="ADAL" clId="{C2EDD66D-DBE8-4BE9-ACBD-F3D6BC7B5612}" dt="2024-05-13T15:00:17.236" v="1623" actId="478"/>
          <ac:spMkLst>
            <pc:docMk/>
            <pc:sldMk cId="2037116806" sldId="284"/>
            <ac:spMk id="23" creationId="{371E58CA-952C-D49E-5078-60E655DB8010}"/>
          </ac:spMkLst>
        </pc:spChg>
        <pc:spChg chg="add del mod">
          <ac:chgData name="이규빈" userId="b9d40a19-df1b-458f-86df-cd2cb0ed7b78" providerId="ADAL" clId="{C2EDD66D-DBE8-4BE9-ACBD-F3D6BC7B5612}" dt="2024-05-13T15:00:17.535" v="1624" actId="478"/>
          <ac:spMkLst>
            <pc:docMk/>
            <pc:sldMk cId="2037116806" sldId="284"/>
            <ac:spMk id="24" creationId="{F2AB2004-CD46-6CB4-E5E2-7E6129C463A4}"/>
          </ac:spMkLst>
        </pc:spChg>
        <pc:spChg chg="del">
          <ac:chgData name="이규빈" userId="b9d40a19-df1b-458f-86df-cd2cb0ed7b78" providerId="ADAL" clId="{C2EDD66D-DBE8-4BE9-ACBD-F3D6BC7B5612}" dt="2024-05-13T14:59:13.564" v="1606" actId="478"/>
          <ac:spMkLst>
            <pc:docMk/>
            <pc:sldMk cId="2037116806" sldId="284"/>
            <ac:spMk id="34" creationId="{2FD14DB7-6D50-2485-4689-18A6BA5BE016}"/>
          </ac:spMkLst>
        </pc:spChg>
        <pc:spChg chg="del">
          <ac:chgData name="이규빈" userId="b9d40a19-df1b-458f-86df-cd2cb0ed7b78" providerId="ADAL" clId="{C2EDD66D-DBE8-4BE9-ACBD-F3D6BC7B5612}" dt="2024-05-13T14:59:14.301" v="1607" actId="478"/>
          <ac:spMkLst>
            <pc:docMk/>
            <pc:sldMk cId="2037116806" sldId="284"/>
            <ac:spMk id="103" creationId="{D7BFC14B-5D73-A4A0-8979-44682D847956}"/>
          </ac:spMkLst>
        </pc:spChg>
        <pc:spChg chg="mod">
          <ac:chgData name="이규빈" userId="b9d40a19-df1b-458f-86df-cd2cb0ed7b78" providerId="ADAL" clId="{C2EDD66D-DBE8-4BE9-ACBD-F3D6BC7B5612}" dt="2024-05-13T15:00:29.445" v="1626" actId="12789"/>
          <ac:spMkLst>
            <pc:docMk/>
            <pc:sldMk cId="2037116806" sldId="284"/>
            <ac:spMk id="107" creationId="{0644753C-2A07-F86F-E280-7AE67BC03B4D}"/>
          </ac:spMkLst>
        </pc:spChg>
        <pc:spChg chg="mod">
          <ac:chgData name="이규빈" userId="b9d40a19-df1b-458f-86df-cd2cb0ed7b78" providerId="ADAL" clId="{C2EDD66D-DBE8-4BE9-ACBD-F3D6BC7B5612}" dt="2024-05-13T15:14:21.275" v="1715" actId="1076"/>
          <ac:spMkLst>
            <pc:docMk/>
            <pc:sldMk cId="2037116806" sldId="284"/>
            <ac:spMk id="115" creationId="{911BDC7C-51EE-F84F-E4BE-729793678000}"/>
          </ac:spMkLst>
        </pc:spChg>
        <pc:spChg chg="mod">
          <ac:chgData name="이규빈" userId="b9d40a19-df1b-458f-86df-cd2cb0ed7b78" providerId="ADAL" clId="{C2EDD66D-DBE8-4BE9-ACBD-F3D6BC7B5612}" dt="2024-05-13T15:03:41.319" v="1651"/>
          <ac:spMkLst>
            <pc:docMk/>
            <pc:sldMk cId="2037116806" sldId="284"/>
            <ac:spMk id="116" creationId="{DF0FB2B7-418B-5A89-1DBF-E9F772F026E1}"/>
          </ac:spMkLst>
        </pc:spChg>
        <pc:spChg chg="mod">
          <ac:chgData name="이규빈" userId="b9d40a19-df1b-458f-86df-cd2cb0ed7b78" providerId="ADAL" clId="{C2EDD66D-DBE8-4BE9-ACBD-F3D6BC7B5612}" dt="2024-05-13T15:00:24.950" v="1625" actId="555"/>
          <ac:spMkLst>
            <pc:docMk/>
            <pc:sldMk cId="2037116806" sldId="284"/>
            <ac:spMk id="117" creationId="{A163B4F2-6BBF-6774-B4DB-1197C1277BB7}"/>
          </ac:spMkLst>
        </pc:spChg>
        <pc:spChg chg="del">
          <ac:chgData name="이규빈" userId="b9d40a19-df1b-458f-86df-cd2cb0ed7b78" providerId="ADAL" clId="{C2EDD66D-DBE8-4BE9-ACBD-F3D6BC7B5612}" dt="2024-05-13T14:59:18.908" v="1608" actId="478"/>
          <ac:spMkLst>
            <pc:docMk/>
            <pc:sldMk cId="2037116806" sldId="284"/>
            <ac:spMk id="453" creationId="{8C0D370B-9A55-1281-0CA2-DC39625A8C0A}"/>
          </ac:spMkLst>
        </pc:spChg>
        <pc:spChg chg="mod">
          <ac:chgData name="이규빈" userId="b9d40a19-df1b-458f-86df-cd2cb0ed7b78" providerId="ADAL" clId="{C2EDD66D-DBE8-4BE9-ACBD-F3D6BC7B5612}" dt="2024-05-13T15:00:36.293" v="1627" actId="12789"/>
          <ac:spMkLst>
            <pc:docMk/>
            <pc:sldMk cId="2037116806" sldId="284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5:00:36.293" v="1627" actId="12789"/>
          <ac:spMkLst>
            <pc:docMk/>
            <pc:sldMk cId="2037116806" sldId="284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5:00:40.916" v="1630"/>
          <ac:spMkLst>
            <pc:docMk/>
            <pc:sldMk cId="2037116806" sldId="284"/>
            <ac:spMk id="489" creationId="{F991B896-2A52-92AD-B4FD-09DD32865FF5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2" creationId="{ACB5A7EB-453C-4B6A-BAFF-4611E93E5764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3" creationId="{982D379F-925A-41E1-B3DF-2803C4980A18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4" creationId="{132FDC2F-01D2-39C8-9910-7102B2B2C496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5" creationId="{540FE569-7D8D-C37F-2F26-DAA35A25E124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6" creationId="{15B0DE49-7FCA-8C53-69F0-EB87D84B55DD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7" creationId="{E0BB2B11-8412-C544-25F1-A1639BCBECFD}"/>
          </ac:spMkLst>
        </pc:spChg>
        <pc:spChg chg="del">
          <ac:chgData name="이규빈" userId="b9d40a19-df1b-458f-86df-cd2cb0ed7b78" providerId="ADAL" clId="{C2EDD66D-DBE8-4BE9-ACBD-F3D6BC7B5612}" dt="2024-05-13T14:58:48.893" v="1602" actId="478"/>
          <ac:spMkLst>
            <pc:docMk/>
            <pc:sldMk cId="2037116806" sldId="284"/>
            <ac:spMk id="558" creationId="{9DCE1051-4F6F-6E7A-7562-DDF119D5D3CC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59" creationId="{A41B43A9-3D03-2C4A-DDC2-F7EB7044DA65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0" creationId="{2D1E1CE2-623C-026E-8310-A9315BDDD5EF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1" creationId="{A08CEE34-F8E5-46A8-2FFE-A69DE7E29772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2" creationId="{2A5F1F08-5CE7-D0A5-62AB-875850499F9A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3" creationId="{D7E50197-1642-07A4-70EE-3408247A85E1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4" creationId="{F826AA84-CCB2-0194-0053-41AC6DCF3912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5" creationId="{C2AFE38B-930C-F0CA-6BF4-7F16CB16D5F2}"/>
          </ac:spMkLst>
        </pc:spChg>
        <pc:spChg chg="del">
          <ac:chgData name="이규빈" userId="b9d40a19-df1b-458f-86df-cd2cb0ed7b78" providerId="ADAL" clId="{C2EDD66D-DBE8-4BE9-ACBD-F3D6BC7B5612}" dt="2024-05-13T14:58:48.269" v="1601" actId="478"/>
          <ac:spMkLst>
            <pc:docMk/>
            <pc:sldMk cId="2037116806" sldId="284"/>
            <ac:spMk id="566" creationId="{D516C823-4368-56B9-827E-F7E2C50ED376}"/>
          </ac:spMkLst>
        </pc:spChg>
        <pc:grpChg chg="add mod">
          <ac:chgData name="이규빈" userId="b9d40a19-df1b-458f-86df-cd2cb0ed7b78" providerId="ADAL" clId="{C2EDD66D-DBE8-4BE9-ACBD-F3D6BC7B5612}" dt="2024-05-13T14:59:27.492" v="1609" actId="1076"/>
          <ac:grpSpMkLst>
            <pc:docMk/>
            <pc:sldMk cId="2037116806" sldId="284"/>
            <ac:grpSpMk id="18" creationId="{78D477FF-2F9A-9559-8A23-1858AC537A5E}"/>
          </ac:grpSpMkLst>
        </pc:grpChg>
      </pc:sldChg>
      <pc:sldChg chg="addSp delSp modSp add mod">
        <pc:chgData name="이규빈" userId="b9d40a19-df1b-458f-86df-cd2cb0ed7b78" providerId="ADAL" clId="{C2EDD66D-DBE8-4BE9-ACBD-F3D6BC7B5612}" dt="2024-05-13T15:19:20.771" v="1747" actId="20577"/>
        <pc:sldMkLst>
          <pc:docMk/>
          <pc:sldMk cId="3128090278" sldId="285"/>
        </pc:sldMkLst>
        <pc:spChg chg="mod">
          <ac:chgData name="이규빈" userId="b9d40a19-df1b-458f-86df-cd2cb0ed7b78" providerId="ADAL" clId="{C2EDD66D-DBE8-4BE9-ACBD-F3D6BC7B5612}" dt="2024-05-13T15:19:20.771" v="1747" actId="20577"/>
          <ac:spMkLst>
            <pc:docMk/>
            <pc:sldMk cId="3128090278" sldId="285"/>
            <ac:spMk id="2" creationId="{D4F75772-E19D-1FC7-ECA0-6D4CB1353F46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3" creationId="{7663375D-7E3E-2B56-B8BE-31B8A6F96756}"/>
          </ac:spMkLst>
        </pc:spChg>
        <pc:spChg chg="add 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4" creationId="{E532ED95-BAA9-5263-573D-FA024DAF37B8}"/>
          </ac:spMkLst>
        </pc:spChg>
        <pc:spChg chg="mod">
          <ac:chgData name="이규빈" userId="b9d40a19-df1b-458f-86df-cd2cb0ed7b78" providerId="ADAL" clId="{C2EDD66D-DBE8-4BE9-ACBD-F3D6BC7B5612}" dt="2024-05-13T15:06:18.124" v="1679" actId="571"/>
          <ac:spMkLst>
            <pc:docMk/>
            <pc:sldMk cId="3128090278" sldId="285"/>
            <ac:spMk id="6" creationId="{EEEF67CE-1592-0DCA-DBB7-AD13E9480F29}"/>
          </ac:spMkLst>
        </pc:spChg>
        <pc:spChg chg="mod">
          <ac:chgData name="이규빈" userId="b9d40a19-df1b-458f-86df-cd2cb0ed7b78" providerId="ADAL" clId="{C2EDD66D-DBE8-4BE9-ACBD-F3D6BC7B5612}" dt="2024-05-13T15:06:18.124" v="1679" actId="571"/>
          <ac:spMkLst>
            <pc:docMk/>
            <pc:sldMk cId="3128090278" sldId="285"/>
            <ac:spMk id="7" creationId="{8FB96CF8-8B4F-6E05-0205-808AC730C0DE}"/>
          </ac:spMkLst>
        </pc:spChg>
        <pc:spChg chg="add 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8" creationId="{4F71C36A-4468-413C-36C5-C8CFF15A59BB}"/>
          </ac:spMkLst>
        </pc:spChg>
        <pc:spChg chg="add 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9" creationId="{BE4889F1-4F34-C483-E0BF-4ACBB1613E10}"/>
          </ac:spMkLst>
        </pc:spChg>
        <pc:spChg chg="add del mod">
          <ac:chgData name="이규빈" userId="b9d40a19-df1b-458f-86df-cd2cb0ed7b78" providerId="ADAL" clId="{C2EDD66D-DBE8-4BE9-ACBD-F3D6BC7B5612}" dt="2024-05-13T15:16:48.763" v="1721" actId="478"/>
          <ac:spMkLst>
            <pc:docMk/>
            <pc:sldMk cId="3128090278" sldId="285"/>
            <ac:spMk id="10" creationId="{780AC002-AED0-378F-581F-58C11DA1EF03}"/>
          </ac:spMkLst>
        </pc:spChg>
        <pc:spChg chg="add del 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1" creationId="{CDFDC5E1-335C-7EDC-B58E-2576E428D99C}"/>
          </ac:spMkLst>
        </pc:spChg>
        <pc:spChg chg="add del mod">
          <ac:chgData name="이규빈" userId="b9d40a19-df1b-458f-86df-cd2cb0ed7b78" providerId="ADAL" clId="{C2EDD66D-DBE8-4BE9-ACBD-F3D6BC7B5612}" dt="2024-05-13T15:16:48.763" v="1721" actId="478"/>
          <ac:spMkLst>
            <pc:docMk/>
            <pc:sldMk cId="3128090278" sldId="285"/>
            <ac:spMk id="12" creationId="{8A6E516F-35D7-5873-E9D5-F0BB66768E4D}"/>
          </ac:spMkLst>
        </pc:spChg>
        <pc:spChg chg="add del mod">
          <ac:chgData name="이규빈" userId="b9d40a19-df1b-458f-86df-cd2cb0ed7b78" providerId="ADAL" clId="{C2EDD66D-DBE8-4BE9-ACBD-F3D6BC7B5612}" dt="2024-05-13T15:17:33.571" v="1732" actId="478"/>
          <ac:spMkLst>
            <pc:docMk/>
            <pc:sldMk cId="3128090278" sldId="285"/>
            <ac:spMk id="13" creationId="{9D23AF9F-D2F2-8CBD-A368-D01A1269294E}"/>
          </ac:spMkLst>
        </pc:spChg>
        <pc:spChg chg="add del mod">
          <ac:chgData name="이규빈" userId="b9d40a19-df1b-458f-86df-cd2cb0ed7b78" providerId="ADAL" clId="{C2EDD66D-DBE8-4BE9-ACBD-F3D6BC7B5612}" dt="2024-05-13T15:17:34.123" v="1733" actId="478"/>
          <ac:spMkLst>
            <pc:docMk/>
            <pc:sldMk cId="3128090278" sldId="285"/>
            <ac:spMk id="14" creationId="{79066B18-30B6-9ED5-BA87-DE659A6E6B84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21" creationId="{DB6A6D56-6512-4C65-5162-E0DB4EA13F50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36" creationId="{14916537-38AE-4516-38BE-8C21677A3BB4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06" creationId="{B42D7920-B4F0-16E5-B0BE-3BD487682E45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07" creationId="{0644753C-2A07-F86F-E280-7AE67BC03B4D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14" creationId="{7246B219-C37B-680F-3FF1-9795776D3A9A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15" creationId="{911BDC7C-51EE-F84F-E4BE-729793678000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16" creationId="{DF0FB2B7-418B-5A89-1DBF-E9F772F026E1}"/>
          </ac:spMkLst>
        </pc:spChg>
        <pc:spChg chg="add del 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117" creationId="{A163B4F2-6BBF-6774-B4DB-1197C1277BB7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489" creationId="{F991B896-2A52-92AD-B4FD-09DD32865FF5}"/>
          </ac:spMkLst>
        </pc:spChg>
        <pc:spChg chg="mod">
          <ac:chgData name="이규빈" userId="b9d40a19-df1b-458f-86df-cd2cb0ed7b78" providerId="ADAL" clId="{C2EDD66D-DBE8-4BE9-ACBD-F3D6BC7B5612}" dt="2024-05-13T15:18:11.461" v="1744" actId="1076"/>
          <ac:spMkLst>
            <pc:docMk/>
            <pc:sldMk cId="3128090278" sldId="285"/>
            <ac:spMk id="503" creationId="{42174153-39DF-4A71-1FDF-38BC8D8DD51D}"/>
          </ac:spMkLst>
        </pc:spChg>
        <pc:grpChg chg="add mod">
          <ac:chgData name="이규빈" userId="b9d40a19-df1b-458f-86df-cd2cb0ed7b78" providerId="ADAL" clId="{C2EDD66D-DBE8-4BE9-ACBD-F3D6BC7B5612}" dt="2024-05-13T15:18:11.461" v="1744" actId="1076"/>
          <ac:grpSpMkLst>
            <pc:docMk/>
            <pc:sldMk cId="3128090278" sldId="285"/>
            <ac:grpSpMk id="5" creationId="{46731A83-B286-0474-9C2E-BCC5B0A73419}"/>
          </ac:grpSpMkLst>
        </pc:grpChg>
        <pc:grpChg chg="mod">
          <ac:chgData name="이규빈" userId="b9d40a19-df1b-458f-86df-cd2cb0ed7b78" providerId="ADAL" clId="{C2EDD66D-DBE8-4BE9-ACBD-F3D6BC7B5612}" dt="2024-05-13T15:18:11.461" v="1744" actId="1076"/>
          <ac:grpSpMkLst>
            <pc:docMk/>
            <pc:sldMk cId="3128090278" sldId="285"/>
            <ac:grpSpMk id="18" creationId="{78D477FF-2F9A-9559-8A23-1858AC537A5E}"/>
          </ac:grpSpMkLst>
        </pc:grpChg>
      </pc:sldChg>
      <pc:sldChg chg="addSp delSp modSp add mod">
        <pc:chgData name="이규빈" userId="b9d40a19-df1b-458f-86df-cd2cb0ed7b78" providerId="ADAL" clId="{C2EDD66D-DBE8-4BE9-ACBD-F3D6BC7B5612}" dt="2024-05-13T15:22:11.599" v="1795" actId="22"/>
        <pc:sldMkLst>
          <pc:docMk/>
          <pc:sldMk cId="2599629514" sldId="286"/>
        </pc:sldMkLst>
        <pc:spChg chg="mod">
          <ac:chgData name="이규빈" userId="b9d40a19-df1b-458f-86df-cd2cb0ed7b78" providerId="ADAL" clId="{C2EDD66D-DBE8-4BE9-ACBD-F3D6BC7B5612}" dt="2024-05-13T15:19:23.667" v="1749" actId="20577"/>
          <ac:spMkLst>
            <pc:docMk/>
            <pc:sldMk cId="2599629514" sldId="286"/>
            <ac:spMk id="2" creationId="{D4F75772-E19D-1FC7-ECA0-6D4CB1353F46}"/>
          </ac:spMkLst>
        </pc:spChg>
        <pc:spChg chg="mod">
          <ac:chgData name="이규빈" userId="b9d40a19-df1b-458f-86df-cd2cb0ed7b78" providerId="ADAL" clId="{C2EDD66D-DBE8-4BE9-ACBD-F3D6BC7B5612}" dt="2024-05-13T15:19:47.595" v="1768" actId="20577"/>
          <ac:spMkLst>
            <pc:docMk/>
            <pc:sldMk cId="2599629514" sldId="286"/>
            <ac:spMk id="4" creationId="{E532ED95-BAA9-5263-573D-FA024DAF37B8}"/>
          </ac:spMkLst>
        </pc:spChg>
        <pc:spChg chg="mod">
          <ac:chgData name="이규빈" userId="b9d40a19-df1b-458f-86df-cd2cb0ed7b78" providerId="ADAL" clId="{C2EDD66D-DBE8-4BE9-ACBD-F3D6BC7B5612}" dt="2024-05-13T15:20:02.939" v="1793" actId="20577"/>
          <ac:spMkLst>
            <pc:docMk/>
            <pc:sldMk cId="2599629514" sldId="286"/>
            <ac:spMk id="8" creationId="{4F71C36A-4468-413C-36C5-C8CFF15A59BB}"/>
          </ac:spMkLst>
        </pc:spChg>
        <pc:spChg chg="add del">
          <ac:chgData name="이규빈" userId="b9d40a19-df1b-458f-86df-cd2cb0ed7b78" providerId="ADAL" clId="{C2EDD66D-DBE8-4BE9-ACBD-F3D6BC7B5612}" dt="2024-05-13T15:22:11.599" v="1795" actId="22"/>
          <ac:spMkLst>
            <pc:docMk/>
            <pc:sldMk cId="2599629514" sldId="286"/>
            <ac:spMk id="12" creationId="{0CC94197-2727-388F-B7E1-E1790DCA91A4}"/>
          </ac:spMkLst>
        </pc:spChg>
        <pc:spChg chg="mod">
          <ac:chgData name="이규빈" userId="b9d40a19-df1b-458f-86df-cd2cb0ed7b78" providerId="ADAL" clId="{C2EDD66D-DBE8-4BE9-ACBD-F3D6BC7B5612}" dt="2024-05-13T15:19:32.139" v="1753" actId="20577"/>
          <ac:spMkLst>
            <pc:docMk/>
            <pc:sldMk cId="2599629514" sldId="286"/>
            <ac:spMk id="489" creationId="{F991B896-2A52-92AD-B4FD-09DD32865FF5}"/>
          </ac:spMkLst>
        </pc:spChg>
      </pc:sldChg>
      <pc:sldChg chg="addSp delSp modSp add mod">
        <pc:chgData name="이규빈" userId="b9d40a19-df1b-458f-86df-cd2cb0ed7b78" providerId="ADAL" clId="{C2EDD66D-DBE8-4BE9-ACBD-F3D6BC7B5612}" dt="2024-05-13T15:25:30.668" v="1842" actId="12789"/>
        <pc:sldMkLst>
          <pc:docMk/>
          <pc:sldMk cId="360439089" sldId="287"/>
        </pc:sldMkLst>
        <pc:spChg chg="mod">
          <ac:chgData name="이규빈" userId="b9d40a19-df1b-458f-86df-cd2cb0ed7b78" providerId="ADAL" clId="{C2EDD66D-DBE8-4BE9-ACBD-F3D6BC7B5612}" dt="2024-05-13T15:22:21.635" v="1798" actId="20577"/>
          <ac:spMkLst>
            <pc:docMk/>
            <pc:sldMk cId="360439089" sldId="287"/>
            <ac:spMk id="2" creationId="{D4F75772-E19D-1FC7-ECA0-6D4CB1353F46}"/>
          </ac:spMkLst>
        </pc:spChg>
        <pc:spChg chg="mod">
          <ac:chgData name="이규빈" userId="b9d40a19-df1b-458f-86df-cd2cb0ed7b78" providerId="ADAL" clId="{C2EDD66D-DBE8-4BE9-ACBD-F3D6BC7B5612}" dt="2024-05-13T15:23:36.250" v="1825" actId="20577"/>
          <ac:spMkLst>
            <pc:docMk/>
            <pc:sldMk cId="360439089" sldId="287"/>
            <ac:spMk id="4" creationId="{E532ED95-BAA9-5263-573D-FA024DAF37B8}"/>
          </ac:spMkLst>
        </pc:spChg>
        <pc:spChg chg="mod">
          <ac:chgData name="이규빈" userId="b9d40a19-df1b-458f-86df-cd2cb0ed7b78" providerId="ADAL" clId="{C2EDD66D-DBE8-4BE9-ACBD-F3D6BC7B5612}" dt="2024-05-13T15:24:00.477" v="1828" actId="207"/>
          <ac:spMkLst>
            <pc:docMk/>
            <pc:sldMk cId="360439089" sldId="287"/>
            <ac:spMk id="8" creationId="{4F71C36A-4468-413C-36C5-C8CFF15A59BB}"/>
          </ac:spMkLst>
        </pc:spChg>
        <pc:spChg chg="add mod">
          <ac:chgData name="이규빈" userId="b9d40a19-df1b-458f-86df-cd2cb0ed7b78" providerId="ADAL" clId="{C2EDD66D-DBE8-4BE9-ACBD-F3D6BC7B5612}" dt="2024-05-13T15:23:54.012" v="1826" actId="554"/>
          <ac:spMkLst>
            <pc:docMk/>
            <pc:sldMk cId="360439089" sldId="287"/>
            <ac:spMk id="10" creationId="{EF31ECC5-98F7-EAAB-51C7-CE685244044E}"/>
          </ac:spMkLst>
        </pc:spChg>
        <pc:spChg chg="mod">
          <ac:chgData name="이규빈" userId="b9d40a19-df1b-458f-86df-cd2cb0ed7b78" providerId="ADAL" clId="{C2EDD66D-DBE8-4BE9-ACBD-F3D6BC7B5612}" dt="2024-05-13T15:24:13.787" v="1829" actId="1076"/>
          <ac:spMkLst>
            <pc:docMk/>
            <pc:sldMk cId="360439089" sldId="287"/>
            <ac:spMk id="11" creationId="{CDFDC5E1-335C-7EDC-B58E-2576E428D99C}"/>
          </ac:spMkLst>
        </pc:spChg>
        <pc:spChg chg="mod">
          <ac:chgData name="이규빈" userId="b9d40a19-df1b-458f-86df-cd2cb0ed7b78" providerId="ADAL" clId="{C2EDD66D-DBE8-4BE9-ACBD-F3D6BC7B5612}" dt="2024-05-13T15:22:55.411" v="1804" actId="571"/>
          <ac:spMkLst>
            <pc:docMk/>
            <pc:sldMk cId="360439089" sldId="287"/>
            <ac:spMk id="13" creationId="{6BA289AD-EE94-F35B-ED3A-52E93BD9AEE4}"/>
          </ac:spMkLst>
        </pc:spChg>
        <pc:spChg chg="mod">
          <ac:chgData name="이규빈" userId="b9d40a19-df1b-458f-86df-cd2cb0ed7b78" providerId="ADAL" clId="{C2EDD66D-DBE8-4BE9-ACBD-F3D6BC7B5612}" dt="2024-05-13T15:22:55.411" v="1804" actId="571"/>
          <ac:spMkLst>
            <pc:docMk/>
            <pc:sldMk cId="360439089" sldId="287"/>
            <ac:spMk id="14" creationId="{FFE4258B-C048-4630-6607-CE7485AE0413}"/>
          </ac:spMkLst>
        </pc:spChg>
        <pc:spChg chg="add mod">
          <ac:chgData name="이규빈" userId="b9d40a19-df1b-458f-86df-cd2cb0ed7b78" providerId="ADAL" clId="{C2EDD66D-DBE8-4BE9-ACBD-F3D6BC7B5612}" dt="2024-05-13T15:23:54.012" v="1826" actId="554"/>
          <ac:spMkLst>
            <pc:docMk/>
            <pc:sldMk cId="360439089" sldId="287"/>
            <ac:spMk id="15" creationId="{DE8C8220-3639-F7B1-0DB0-7C26C91E66ED}"/>
          </ac:spMkLst>
        </pc:spChg>
        <pc:spChg chg="add mod">
          <ac:chgData name="이규빈" userId="b9d40a19-df1b-458f-86df-cd2cb0ed7b78" providerId="ADAL" clId="{C2EDD66D-DBE8-4BE9-ACBD-F3D6BC7B5612}" dt="2024-05-13T15:23:09.498" v="1806" actId="1076"/>
          <ac:spMkLst>
            <pc:docMk/>
            <pc:sldMk cId="360439089" sldId="287"/>
            <ac:spMk id="16" creationId="{D171C331-6BEE-066F-041A-D3BE94F64512}"/>
          </ac:spMkLst>
        </pc:spChg>
        <pc:spChg chg="add del mod">
          <ac:chgData name="이규빈" userId="b9d40a19-df1b-458f-86df-cd2cb0ed7b78" providerId="ADAL" clId="{C2EDD66D-DBE8-4BE9-ACBD-F3D6BC7B5612}" dt="2024-05-13T15:25:16.139" v="1840" actId="478"/>
          <ac:spMkLst>
            <pc:docMk/>
            <pc:sldMk cId="360439089" sldId="287"/>
            <ac:spMk id="17" creationId="{275CF673-3803-A5BE-A579-F0392833F1AD}"/>
          </ac:spMkLst>
        </pc:spChg>
        <pc:spChg chg="mod">
          <ac:chgData name="이규빈" userId="b9d40a19-df1b-458f-86df-cd2cb0ed7b78" providerId="ADAL" clId="{C2EDD66D-DBE8-4BE9-ACBD-F3D6BC7B5612}" dt="2024-05-13T15:24:22.674" v="1831" actId="14100"/>
          <ac:spMkLst>
            <pc:docMk/>
            <pc:sldMk cId="360439089" sldId="287"/>
            <ac:spMk id="21" creationId="{DB6A6D56-6512-4C65-5162-E0DB4EA13F50}"/>
          </ac:spMkLst>
        </pc:spChg>
        <pc:spChg chg="add del mod">
          <ac:chgData name="이규빈" userId="b9d40a19-df1b-458f-86df-cd2cb0ed7b78" providerId="ADAL" clId="{C2EDD66D-DBE8-4BE9-ACBD-F3D6BC7B5612}" dt="2024-05-13T15:25:16.522" v="1841" actId="478"/>
          <ac:spMkLst>
            <pc:docMk/>
            <pc:sldMk cId="360439089" sldId="287"/>
            <ac:spMk id="22" creationId="{B633F9DC-2510-B4BF-1BC9-91CA4888417E}"/>
          </ac:spMkLst>
        </pc:spChg>
        <pc:spChg chg="mod">
          <ac:chgData name="이규빈" userId="b9d40a19-df1b-458f-86df-cd2cb0ed7b78" providerId="ADAL" clId="{C2EDD66D-DBE8-4BE9-ACBD-F3D6BC7B5612}" dt="2024-05-13T15:24:22.674" v="1831" actId="14100"/>
          <ac:spMkLst>
            <pc:docMk/>
            <pc:sldMk cId="360439089" sldId="287"/>
            <ac:spMk id="107" creationId="{0644753C-2A07-F86F-E280-7AE67BC03B4D}"/>
          </ac:spMkLst>
        </pc:spChg>
        <pc:spChg chg="mod">
          <ac:chgData name="이규빈" userId="b9d40a19-df1b-458f-86df-cd2cb0ed7b78" providerId="ADAL" clId="{C2EDD66D-DBE8-4BE9-ACBD-F3D6BC7B5612}" dt="2024-05-13T15:24:17.066" v="1830" actId="1076"/>
          <ac:spMkLst>
            <pc:docMk/>
            <pc:sldMk cId="360439089" sldId="287"/>
            <ac:spMk id="117" creationId="{A163B4F2-6BBF-6774-B4DB-1197C1277BB7}"/>
          </ac:spMkLst>
        </pc:spChg>
        <pc:spChg chg="mod">
          <ac:chgData name="이규빈" userId="b9d40a19-df1b-458f-86df-cd2cb0ed7b78" providerId="ADAL" clId="{C2EDD66D-DBE8-4BE9-ACBD-F3D6BC7B5612}" dt="2024-05-13T15:25:30.668" v="1842" actId="12789"/>
          <ac:spMkLst>
            <pc:docMk/>
            <pc:sldMk cId="360439089" sldId="287"/>
            <ac:spMk id="460" creationId="{25166129-1CB6-8284-FD24-BC427BA34728}"/>
          </ac:spMkLst>
        </pc:spChg>
        <pc:spChg chg="mod">
          <ac:chgData name="이규빈" userId="b9d40a19-df1b-458f-86df-cd2cb0ed7b78" providerId="ADAL" clId="{C2EDD66D-DBE8-4BE9-ACBD-F3D6BC7B5612}" dt="2024-05-13T15:25:30.668" v="1842" actId="12789"/>
          <ac:spMkLst>
            <pc:docMk/>
            <pc:sldMk cId="360439089" sldId="287"/>
            <ac:spMk id="487" creationId="{1D8ADE36-089F-A486-8602-0E2953AC7892}"/>
          </ac:spMkLst>
        </pc:spChg>
        <pc:spChg chg="mod">
          <ac:chgData name="이규빈" userId="b9d40a19-df1b-458f-86df-cd2cb0ed7b78" providerId="ADAL" clId="{C2EDD66D-DBE8-4BE9-ACBD-F3D6BC7B5612}" dt="2024-05-13T15:22:24.155" v="1800" actId="20577"/>
          <ac:spMkLst>
            <pc:docMk/>
            <pc:sldMk cId="360439089" sldId="287"/>
            <ac:spMk id="489" creationId="{F991B896-2A52-92AD-B4FD-09DD32865FF5}"/>
          </ac:spMkLst>
        </pc:spChg>
        <pc:grpChg chg="add mod">
          <ac:chgData name="이규빈" userId="b9d40a19-df1b-458f-86df-cd2cb0ed7b78" providerId="ADAL" clId="{C2EDD66D-DBE8-4BE9-ACBD-F3D6BC7B5612}" dt="2024-05-13T15:23:05.346" v="1805" actId="1076"/>
          <ac:grpSpMkLst>
            <pc:docMk/>
            <pc:sldMk cId="360439089" sldId="287"/>
            <ac:grpSpMk id="12" creationId="{54379B95-2C22-537E-6E08-545A2EEED508}"/>
          </ac:grpSpMkLst>
        </pc:grpChg>
      </pc:sldChg>
      <pc:sldChg chg="addSp delSp modSp new mod ord">
        <pc:chgData name="이규빈" userId="b9d40a19-df1b-458f-86df-cd2cb0ed7b78" providerId="ADAL" clId="{C2EDD66D-DBE8-4BE9-ACBD-F3D6BC7B5612}" dt="2024-05-13T15:33:14.538" v="1863" actId="478"/>
        <pc:sldMkLst>
          <pc:docMk/>
          <pc:sldMk cId="2164590440" sldId="288"/>
        </pc:sldMkLst>
        <pc:spChg chg="del">
          <ac:chgData name="이규빈" userId="b9d40a19-df1b-458f-86df-cd2cb0ed7b78" providerId="ADAL" clId="{C2EDD66D-DBE8-4BE9-ACBD-F3D6BC7B5612}" dt="2024-05-13T15:31:45.234" v="1846" actId="478"/>
          <ac:spMkLst>
            <pc:docMk/>
            <pc:sldMk cId="2164590440" sldId="288"/>
            <ac:spMk id="2" creationId="{255CCD4E-495F-1944-9727-90B802B785E9}"/>
          </ac:spMkLst>
        </pc:spChg>
        <pc:spChg chg="del">
          <ac:chgData name="이규빈" userId="b9d40a19-df1b-458f-86df-cd2cb0ed7b78" providerId="ADAL" clId="{C2EDD66D-DBE8-4BE9-ACBD-F3D6BC7B5612}" dt="2024-05-13T15:31:45.234" v="1846" actId="478"/>
          <ac:spMkLst>
            <pc:docMk/>
            <pc:sldMk cId="2164590440" sldId="288"/>
            <ac:spMk id="3" creationId="{CE9138BA-2350-6A6F-7911-54AC03E917DC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4" creationId="{82826606-5E9A-56DA-E567-8F216B1E4FD8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5" creationId="{50F4A0F8-BC62-B9C7-4094-EB42FA2FDE94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6" creationId="{570928CF-5526-420D-FDA2-974291B70083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7" creationId="{C1802B9E-309C-E999-9AA6-D41143423C50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8" creationId="{493353F8-21B8-F5AA-5266-D46D5E5079E8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9" creationId="{041493F9-9859-EB47-4069-3FE161EDCAB1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0" creationId="{53DA9889-CAE0-82C2-E29C-0745C4F20D68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1" creationId="{8A59CEA2-5329-B405-C286-F85B31FB77D1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2" creationId="{78002CF1-9053-9223-648D-EB13D147B327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3" creationId="{2230777C-6EC7-9F9B-85FE-79E3F05EA40E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4" creationId="{D0FEF1D6-8195-8305-DE79-A2D40FA72501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5" creationId="{B67C9D4C-9CDC-5FC7-8200-FA037F30DD60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16" creationId="{B7589ACE-54AE-ECE8-DDDD-F4D37E0D6752}"/>
          </ac:spMkLst>
        </pc:spChg>
        <pc:spChg chg="mod">
          <ac:chgData name="이규빈" userId="b9d40a19-df1b-458f-86df-cd2cb0ed7b78" providerId="ADAL" clId="{C2EDD66D-DBE8-4BE9-ACBD-F3D6BC7B5612}" dt="2024-05-13T15:31:50.976" v="1847"/>
          <ac:spMkLst>
            <pc:docMk/>
            <pc:sldMk cId="2164590440" sldId="288"/>
            <ac:spMk id="18" creationId="{F1BA9FEC-DF4C-F640-65F2-C5432D00CFD1}"/>
          </ac:spMkLst>
        </pc:spChg>
        <pc:spChg chg="mod">
          <ac:chgData name="이규빈" userId="b9d40a19-df1b-458f-86df-cd2cb0ed7b78" providerId="ADAL" clId="{C2EDD66D-DBE8-4BE9-ACBD-F3D6BC7B5612}" dt="2024-05-13T15:31:50.976" v="1847"/>
          <ac:spMkLst>
            <pc:docMk/>
            <pc:sldMk cId="2164590440" sldId="288"/>
            <ac:spMk id="19" creationId="{5CDF1619-4A69-E50C-F83C-88D919B34348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20" creationId="{5F8DBE78-B3A9-9913-55F9-701884495224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21" creationId="{B9E4EA74-718E-ABB2-FE2D-F15D916A15E0}"/>
          </ac:spMkLst>
        </pc:spChg>
        <pc:spChg chg="mod">
          <ac:chgData name="이규빈" userId="b9d40a19-df1b-458f-86df-cd2cb0ed7b78" providerId="ADAL" clId="{C2EDD66D-DBE8-4BE9-ACBD-F3D6BC7B5612}" dt="2024-05-13T15:31:50.976" v="1847"/>
          <ac:spMkLst>
            <pc:docMk/>
            <pc:sldMk cId="2164590440" sldId="288"/>
            <ac:spMk id="23" creationId="{FC20B149-F76B-C32A-1E9D-0AF504803EEF}"/>
          </ac:spMkLst>
        </pc:spChg>
        <pc:spChg chg="mod">
          <ac:chgData name="이규빈" userId="b9d40a19-df1b-458f-86df-cd2cb0ed7b78" providerId="ADAL" clId="{C2EDD66D-DBE8-4BE9-ACBD-F3D6BC7B5612}" dt="2024-05-13T15:31:50.976" v="1847"/>
          <ac:spMkLst>
            <pc:docMk/>
            <pc:sldMk cId="2164590440" sldId="288"/>
            <ac:spMk id="24" creationId="{9D4ED233-44E5-31B1-B5A3-AADEA7FB85E3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25" creationId="{734C982E-8A98-34D1-DE7A-B00AA574A2F8}"/>
          </ac:spMkLst>
        </pc:spChg>
        <pc:spChg chg="add mod">
          <ac:chgData name="이규빈" userId="b9d40a19-df1b-458f-86df-cd2cb0ed7b78" providerId="ADAL" clId="{C2EDD66D-DBE8-4BE9-ACBD-F3D6BC7B5612}" dt="2024-05-13T15:31:53.508" v="1848" actId="1076"/>
          <ac:spMkLst>
            <pc:docMk/>
            <pc:sldMk cId="2164590440" sldId="288"/>
            <ac:spMk id="26" creationId="{55DB9180-7F53-0EBB-ECF1-D9710339C757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27" creationId="{A3C1E1B4-0E5F-F990-9213-FF22E8E66272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28" creationId="{E5833912-8222-DB18-A67D-1E9D89581FC7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29" creationId="{E4F9E644-37A3-010F-8E29-893859E1EBAC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0" creationId="{AD369176-6E31-73E1-6F50-7B59C73AAD37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1" creationId="{395BEE13-350E-640F-B67F-126513BAEDB7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2" creationId="{505FF94F-C835-64DC-F31F-504C4F0D43CF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3" creationId="{136CD985-F615-E9FB-D376-BA8455FE8851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4" creationId="{43154067-233E-FAFB-0F9B-D23895CDD948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5" creationId="{D8593413-0961-0765-BADA-D13375452D29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6" creationId="{9010F3C5-459B-B7C0-040D-C1EDD3E0FA88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7" creationId="{A072AE70-5105-F090-713B-E819D66A9566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8" creationId="{B20E5C9C-37A7-F3D7-B74F-419E95082AEB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39" creationId="{987DD843-CF65-4492-1481-42C71BB9BB97}"/>
          </ac:spMkLst>
        </pc:spChg>
        <pc:spChg chg="mod">
          <ac:chgData name="이규빈" userId="b9d40a19-df1b-458f-86df-cd2cb0ed7b78" providerId="ADAL" clId="{C2EDD66D-DBE8-4BE9-ACBD-F3D6BC7B5612}" dt="2024-05-13T15:31:58.360" v="1849"/>
          <ac:spMkLst>
            <pc:docMk/>
            <pc:sldMk cId="2164590440" sldId="288"/>
            <ac:spMk id="41" creationId="{AA8F00FB-56ED-935A-D13A-AC5B204AFB23}"/>
          </ac:spMkLst>
        </pc:spChg>
        <pc:spChg chg="mod">
          <ac:chgData name="이규빈" userId="b9d40a19-df1b-458f-86df-cd2cb0ed7b78" providerId="ADAL" clId="{C2EDD66D-DBE8-4BE9-ACBD-F3D6BC7B5612}" dt="2024-05-13T15:31:58.360" v="1849"/>
          <ac:spMkLst>
            <pc:docMk/>
            <pc:sldMk cId="2164590440" sldId="288"/>
            <ac:spMk id="42" creationId="{0AC44DF1-C34A-C13D-12A8-7E870C42D550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43" creationId="{17DC8B19-7170-E669-E1F9-2004B03616EB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44" creationId="{F5A6085E-E89C-317A-D7EF-E9DBF2BD6197}"/>
          </ac:spMkLst>
        </pc:spChg>
        <pc:spChg chg="mod">
          <ac:chgData name="이규빈" userId="b9d40a19-df1b-458f-86df-cd2cb0ed7b78" providerId="ADAL" clId="{C2EDD66D-DBE8-4BE9-ACBD-F3D6BC7B5612}" dt="2024-05-13T15:31:58.360" v="1849"/>
          <ac:spMkLst>
            <pc:docMk/>
            <pc:sldMk cId="2164590440" sldId="288"/>
            <ac:spMk id="46" creationId="{8CF3AFE4-0194-1C02-7BB2-5B04201592C9}"/>
          </ac:spMkLst>
        </pc:spChg>
        <pc:spChg chg="mod">
          <ac:chgData name="이규빈" userId="b9d40a19-df1b-458f-86df-cd2cb0ed7b78" providerId="ADAL" clId="{C2EDD66D-DBE8-4BE9-ACBD-F3D6BC7B5612}" dt="2024-05-13T15:31:58.360" v="1849"/>
          <ac:spMkLst>
            <pc:docMk/>
            <pc:sldMk cId="2164590440" sldId="288"/>
            <ac:spMk id="47" creationId="{CD3609F4-7005-7CEC-5018-E628668539B2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48" creationId="{F8D6467C-B687-0583-59DF-B363EC68C320}"/>
          </ac:spMkLst>
        </pc:spChg>
        <pc:spChg chg="add mod">
          <ac:chgData name="이규빈" userId="b9d40a19-df1b-458f-86df-cd2cb0ed7b78" providerId="ADAL" clId="{C2EDD66D-DBE8-4BE9-ACBD-F3D6BC7B5612}" dt="2024-05-13T15:33:12.500" v="1862" actId="1035"/>
          <ac:spMkLst>
            <pc:docMk/>
            <pc:sldMk cId="2164590440" sldId="288"/>
            <ac:spMk id="49" creationId="{6177653C-D218-3207-110C-95C3F3463203}"/>
          </ac:spMkLst>
        </pc:spChg>
        <pc:spChg chg="add mod ord">
          <ac:chgData name="이규빈" userId="b9d40a19-df1b-458f-86df-cd2cb0ed7b78" providerId="ADAL" clId="{C2EDD66D-DBE8-4BE9-ACBD-F3D6BC7B5612}" dt="2024-05-13T15:32:35.204" v="1856" actId="1076"/>
          <ac:spMkLst>
            <pc:docMk/>
            <pc:sldMk cId="2164590440" sldId="288"/>
            <ac:spMk id="50" creationId="{B566ADCA-1834-3551-BD51-5766BA7ABC7C}"/>
          </ac:spMkLst>
        </pc:spChg>
        <pc:spChg chg="add del mod">
          <ac:chgData name="이규빈" userId="b9d40a19-df1b-458f-86df-cd2cb0ed7b78" providerId="ADAL" clId="{C2EDD66D-DBE8-4BE9-ACBD-F3D6BC7B5612}" dt="2024-05-13T15:33:14.538" v="1863" actId="478"/>
          <ac:spMkLst>
            <pc:docMk/>
            <pc:sldMk cId="2164590440" sldId="288"/>
            <ac:spMk id="51" creationId="{17D2E056-F183-5FBD-7EBA-E269FBF68D64}"/>
          </ac:spMkLst>
        </pc:spChg>
        <pc:grpChg chg="add mod">
          <ac:chgData name="이규빈" userId="b9d40a19-df1b-458f-86df-cd2cb0ed7b78" providerId="ADAL" clId="{C2EDD66D-DBE8-4BE9-ACBD-F3D6BC7B5612}" dt="2024-05-13T15:31:53.508" v="1848" actId="1076"/>
          <ac:grpSpMkLst>
            <pc:docMk/>
            <pc:sldMk cId="2164590440" sldId="288"/>
            <ac:grpSpMk id="17" creationId="{69F2F208-6711-7391-3E80-B71114A08AB3}"/>
          </ac:grpSpMkLst>
        </pc:grpChg>
        <pc:grpChg chg="add mod">
          <ac:chgData name="이규빈" userId="b9d40a19-df1b-458f-86df-cd2cb0ed7b78" providerId="ADAL" clId="{C2EDD66D-DBE8-4BE9-ACBD-F3D6BC7B5612}" dt="2024-05-13T15:31:53.508" v="1848" actId="1076"/>
          <ac:grpSpMkLst>
            <pc:docMk/>
            <pc:sldMk cId="2164590440" sldId="288"/>
            <ac:grpSpMk id="22" creationId="{5E13E6A4-40C3-6581-771F-A5437725FA99}"/>
          </ac:grpSpMkLst>
        </pc:grpChg>
        <pc:grpChg chg="add mod">
          <ac:chgData name="이규빈" userId="b9d40a19-df1b-458f-86df-cd2cb0ed7b78" providerId="ADAL" clId="{C2EDD66D-DBE8-4BE9-ACBD-F3D6BC7B5612}" dt="2024-05-13T15:33:12.500" v="1862" actId="1035"/>
          <ac:grpSpMkLst>
            <pc:docMk/>
            <pc:sldMk cId="2164590440" sldId="288"/>
            <ac:grpSpMk id="40" creationId="{C6280C6A-DB8D-BB81-8421-67356AD4E9DB}"/>
          </ac:grpSpMkLst>
        </pc:grpChg>
        <pc:grpChg chg="add mod">
          <ac:chgData name="이규빈" userId="b9d40a19-df1b-458f-86df-cd2cb0ed7b78" providerId="ADAL" clId="{C2EDD66D-DBE8-4BE9-ACBD-F3D6BC7B5612}" dt="2024-05-13T15:33:12.500" v="1862" actId="1035"/>
          <ac:grpSpMkLst>
            <pc:docMk/>
            <pc:sldMk cId="2164590440" sldId="288"/>
            <ac:grpSpMk id="45" creationId="{1BD938E9-AF30-C32E-C093-7689D83582BA}"/>
          </ac:grpSpMkLst>
        </pc:grpChg>
      </pc:sldChg>
      <pc:sldChg chg="del">
        <pc:chgData name="이규빈" userId="b9d40a19-df1b-458f-86df-cd2cb0ed7b78" providerId="ADAL" clId="{C2EDD66D-DBE8-4BE9-ACBD-F3D6BC7B5612}" dt="2024-05-17T08:49:05.054" v="2777" actId="47"/>
        <pc:sldMkLst>
          <pc:docMk/>
          <pc:sldMk cId="1418545838" sldId="289"/>
        </pc:sldMkLst>
      </pc:sldChg>
      <pc:sldChg chg="addSp delSp modSp new mod">
        <pc:chgData name="이규빈" userId="b9d40a19-df1b-458f-86df-cd2cb0ed7b78" providerId="ADAL" clId="{C2EDD66D-DBE8-4BE9-ACBD-F3D6BC7B5612}" dt="2024-05-17T03:20:34.649" v="2492" actId="1038"/>
        <pc:sldMkLst>
          <pc:docMk/>
          <pc:sldMk cId="2584955005" sldId="290"/>
        </pc:sldMkLst>
        <pc:spChg chg="del">
          <ac:chgData name="이규빈" userId="b9d40a19-df1b-458f-86df-cd2cb0ed7b78" providerId="ADAL" clId="{C2EDD66D-DBE8-4BE9-ACBD-F3D6BC7B5612}" dt="2024-05-17T02:06:09.215" v="1866" actId="478"/>
          <ac:spMkLst>
            <pc:docMk/>
            <pc:sldMk cId="2584955005" sldId="290"/>
            <ac:spMk id="2" creationId="{9E562E15-820D-B04B-042C-69DBD354CAF2}"/>
          </ac:spMkLst>
        </pc:spChg>
        <pc:spChg chg="del">
          <ac:chgData name="이규빈" userId="b9d40a19-df1b-458f-86df-cd2cb0ed7b78" providerId="ADAL" clId="{C2EDD66D-DBE8-4BE9-ACBD-F3D6BC7B5612}" dt="2024-05-17T02:06:09.215" v="1866" actId="478"/>
          <ac:spMkLst>
            <pc:docMk/>
            <pc:sldMk cId="2584955005" sldId="290"/>
            <ac:spMk id="3" creationId="{7C59E816-A4F6-5FA8-99A1-ECC1780D5BF3}"/>
          </ac:spMkLst>
        </pc:spChg>
        <pc:spChg chg="add del">
          <ac:chgData name="이규빈" userId="b9d40a19-df1b-458f-86df-cd2cb0ed7b78" providerId="ADAL" clId="{C2EDD66D-DBE8-4BE9-ACBD-F3D6BC7B5612}" dt="2024-05-17T02:21:25.046" v="1924" actId="478"/>
          <ac:spMkLst>
            <pc:docMk/>
            <pc:sldMk cId="2584955005" sldId="290"/>
            <ac:spMk id="24" creationId="{5E9583C4-C3BD-2044-A355-124ECFEDD9E7}"/>
          </ac:spMkLst>
        </pc:spChg>
        <pc:spChg chg="add del mod">
          <ac:chgData name="이규빈" userId="b9d40a19-df1b-458f-86df-cd2cb0ed7b78" providerId="ADAL" clId="{C2EDD66D-DBE8-4BE9-ACBD-F3D6BC7B5612}" dt="2024-05-17T02:21:24.782" v="1923" actId="478"/>
          <ac:spMkLst>
            <pc:docMk/>
            <pc:sldMk cId="2584955005" sldId="290"/>
            <ac:spMk id="25" creationId="{C2222196-164C-5B88-B22C-1B4F4511EEF0}"/>
          </ac:spMkLst>
        </pc:spChg>
        <pc:spChg chg="add mod">
          <ac:chgData name="이규빈" userId="b9d40a19-df1b-458f-86df-cd2cb0ed7b78" providerId="ADAL" clId="{C2EDD66D-DBE8-4BE9-ACBD-F3D6BC7B5612}" dt="2024-05-17T03:20:18.106" v="2484" actId="1037"/>
          <ac:spMkLst>
            <pc:docMk/>
            <pc:sldMk cId="2584955005" sldId="290"/>
            <ac:spMk id="30" creationId="{6A66F8B3-3333-9AB8-6571-EF4341BA09A1}"/>
          </ac:spMkLst>
        </pc:spChg>
        <pc:spChg chg="add mod ord">
          <ac:chgData name="이규빈" userId="b9d40a19-df1b-458f-86df-cd2cb0ed7b78" providerId="ADAL" clId="{C2EDD66D-DBE8-4BE9-ACBD-F3D6BC7B5612}" dt="2024-05-17T03:19:42.554" v="2473" actId="1035"/>
          <ac:spMkLst>
            <pc:docMk/>
            <pc:sldMk cId="2584955005" sldId="290"/>
            <ac:spMk id="31" creationId="{CF38F26D-D858-6C6D-DAB7-CB870BE83315}"/>
          </ac:spMkLst>
        </pc:spChg>
        <pc:spChg chg="add mod">
          <ac:chgData name="이규빈" userId="b9d40a19-df1b-458f-86df-cd2cb0ed7b78" providerId="ADAL" clId="{C2EDD66D-DBE8-4BE9-ACBD-F3D6BC7B5612}" dt="2024-05-17T03:18:52.361" v="2443" actId="14100"/>
          <ac:spMkLst>
            <pc:docMk/>
            <pc:sldMk cId="2584955005" sldId="290"/>
            <ac:spMk id="32" creationId="{625CD0C7-0C9A-7C8A-6351-766BF92D1140}"/>
          </ac:spMkLst>
        </pc:spChg>
        <pc:spChg chg="add mod">
          <ac:chgData name="이규빈" userId="b9d40a19-df1b-458f-86df-cd2cb0ed7b78" providerId="ADAL" clId="{C2EDD66D-DBE8-4BE9-ACBD-F3D6BC7B5612}" dt="2024-05-17T03:20:34.649" v="2492" actId="1038"/>
          <ac:spMkLst>
            <pc:docMk/>
            <pc:sldMk cId="2584955005" sldId="290"/>
            <ac:spMk id="33" creationId="{80639742-8334-E175-1B71-ED22440D4D3F}"/>
          </ac:spMkLst>
        </pc:spChg>
        <pc:spChg chg="add mod">
          <ac:chgData name="이규빈" userId="b9d40a19-df1b-458f-86df-cd2cb0ed7b78" providerId="ADAL" clId="{C2EDD66D-DBE8-4BE9-ACBD-F3D6BC7B5612}" dt="2024-05-17T03:20:29.529" v="2490" actId="1037"/>
          <ac:spMkLst>
            <pc:docMk/>
            <pc:sldMk cId="2584955005" sldId="290"/>
            <ac:spMk id="34" creationId="{83E8653E-510B-A823-159A-7ADC90063CB6}"/>
          </ac:spMkLst>
        </pc:spChg>
        <pc:spChg chg="add del mod">
          <ac:chgData name="이규빈" userId="b9d40a19-df1b-458f-86df-cd2cb0ed7b78" providerId="ADAL" clId="{C2EDD66D-DBE8-4BE9-ACBD-F3D6BC7B5612}" dt="2024-05-17T02:35:36.999" v="2174" actId="478"/>
          <ac:spMkLst>
            <pc:docMk/>
            <pc:sldMk cId="2584955005" sldId="290"/>
            <ac:spMk id="50" creationId="{2514E0C1-DD5C-D0D1-A397-0819373344A8}"/>
          </ac:spMkLst>
        </pc:spChg>
        <pc:spChg chg="add del mod">
          <ac:chgData name="이규빈" userId="b9d40a19-df1b-458f-86df-cd2cb0ed7b78" providerId="ADAL" clId="{C2EDD66D-DBE8-4BE9-ACBD-F3D6BC7B5612}" dt="2024-05-17T02:35:01.471" v="2155" actId="478"/>
          <ac:spMkLst>
            <pc:docMk/>
            <pc:sldMk cId="2584955005" sldId="290"/>
            <ac:spMk id="51" creationId="{9C0BCD31-30B2-3596-31AC-DBE4F5C3339C}"/>
          </ac:spMkLst>
        </pc:spChg>
        <pc:spChg chg="add del mod">
          <ac:chgData name="이규빈" userId="b9d40a19-df1b-458f-86df-cd2cb0ed7b78" providerId="ADAL" clId="{C2EDD66D-DBE8-4BE9-ACBD-F3D6BC7B5612}" dt="2024-05-17T02:35:09.351" v="2158" actId="478"/>
          <ac:spMkLst>
            <pc:docMk/>
            <pc:sldMk cId="2584955005" sldId="290"/>
            <ac:spMk id="52" creationId="{E8833BB2-6169-D586-4E78-2AFCF7E9098D}"/>
          </ac:spMkLst>
        </pc:spChg>
        <pc:spChg chg="add del mod">
          <ac:chgData name="이규빈" userId="b9d40a19-df1b-458f-86df-cd2cb0ed7b78" providerId="ADAL" clId="{C2EDD66D-DBE8-4BE9-ACBD-F3D6BC7B5612}" dt="2024-05-17T02:35:36.319" v="2173" actId="478"/>
          <ac:spMkLst>
            <pc:docMk/>
            <pc:sldMk cId="2584955005" sldId="290"/>
            <ac:spMk id="53" creationId="{E090757B-D6C1-DD39-BA3D-D56C7933E5AA}"/>
          </ac:spMkLst>
        </pc:spChg>
        <pc:spChg chg="add mod">
          <ac:chgData name="이규빈" userId="b9d40a19-df1b-458f-86df-cd2cb0ed7b78" providerId="ADAL" clId="{C2EDD66D-DBE8-4BE9-ACBD-F3D6BC7B5612}" dt="2024-05-17T03:19:31.115" v="2464" actId="12788"/>
          <ac:spMkLst>
            <pc:docMk/>
            <pc:sldMk cId="2584955005" sldId="290"/>
            <ac:spMk id="55" creationId="{823B93BE-3C90-DC07-31C7-1C31E7B24BF2}"/>
          </ac:spMkLst>
        </pc:spChg>
        <pc:spChg chg="add del mod">
          <ac:chgData name="이규빈" userId="b9d40a19-df1b-458f-86df-cd2cb0ed7b78" providerId="ADAL" clId="{C2EDD66D-DBE8-4BE9-ACBD-F3D6BC7B5612}" dt="2024-05-17T02:41:06.936" v="2228" actId="478"/>
          <ac:spMkLst>
            <pc:docMk/>
            <pc:sldMk cId="2584955005" sldId="290"/>
            <ac:spMk id="56" creationId="{336749BF-DDCE-43F2-C15B-B99F842FC7E0}"/>
          </ac:spMkLst>
        </pc:spChg>
        <pc:spChg chg="add mod">
          <ac:chgData name="이규빈" userId="b9d40a19-df1b-458f-86df-cd2cb0ed7b78" providerId="ADAL" clId="{C2EDD66D-DBE8-4BE9-ACBD-F3D6BC7B5612}" dt="2024-05-17T03:19:35.643" v="2465" actId="465"/>
          <ac:spMkLst>
            <pc:docMk/>
            <pc:sldMk cId="2584955005" sldId="290"/>
            <ac:spMk id="57" creationId="{11171676-2658-7CFD-FA88-23F15C21E73D}"/>
          </ac:spMkLst>
        </pc:spChg>
        <pc:spChg chg="add mod">
          <ac:chgData name="이규빈" userId="b9d40a19-df1b-458f-86df-cd2cb0ed7b78" providerId="ADAL" clId="{C2EDD66D-DBE8-4BE9-ACBD-F3D6BC7B5612}" dt="2024-05-17T03:19:31.115" v="2464" actId="12788"/>
          <ac:spMkLst>
            <pc:docMk/>
            <pc:sldMk cId="2584955005" sldId="290"/>
            <ac:spMk id="58" creationId="{1CA534E5-CF63-60E9-301A-89A950163269}"/>
          </ac:spMkLst>
        </pc:spChg>
        <pc:spChg chg="add del mod">
          <ac:chgData name="이규빈" userId="b9d40a19-df1b-458f-86df-cd2cb0ed7b78" providerId="ADAL" clId="{C2EDD66D-DBE8-4BE9-ACBD-F3D6BC7B5612}" dt="2024-05-17T02:42:29.312" v="2260" actId="478"/>
          <ac:spMkLst>
            <pc:docMk/>
            <pc:sldMk cId="2584955005" sldId="290"/>
            <ac:spMk id="59" creationId="{F939B6E7-66C7-079A-46C5-80A3C3B2CF17}"/>
          </ac:spMkLst>
        </pc:spChg>
        <pc:spChg chg="add del mod">
          <ac:chgData name="이규빈" userId="b9d40a19-df1b-458f-86df-cd2cb0ed7b78" providerId="ADAL" clId="{C2EDD66D-DBE8-4BE9-ACBD-F3D6BC7B5612}" dt="2024-05-17T02:42:28.536" v="2259" actId="478"/>
          <ac:spMkLst>
            <pc:docMk/>
            <pc:sldMk cId="2584955005" sldId="290"/>
            <ac:spMk id="60" creationId="{616633F8-01C5-865F-A286-302FB9854BF8}"/>
          </ac:spMkLst>
        </pc:spChg>
        <pc:spChg chg="add del mod">
          <ac:chgData name="이규빈" userId="b9d40a19-df1b-458f-86df-cd2cb0ed7b78" providerId="ADAL" clId="{C2EDD66D-DBE8-4BE9-ACBD-F3D6BC7B5612}" dt="2024-05-17T02:42:28.296" v="2258" actId="478"/>
          <ac:spMkLst>
            <pc:docMk/>
            <pc:sldMk cId="2584955005" sldId="290"/>
            <ac:spMk id="61" creationId="{B370DDD4-4FA0-EE24-CB4A-7114AB940120}"/>
          </ac:spMkLst>
        </pc:spChg>
        <pc:spChg chg="add del mod">
          <ac:chgData name="이규빈" userId="b9d40a19-df1b-458f-86df-cd2cb0ed7b78" providerId="ADAL" clId="{C2EDD66D-DBE8-4BE9-ACBD-F3D6BC7B5612}" dt="2024-05-17T03:16:29.321" v="2375" actId="478"/>
          <ac:spMkLst>
            <pc:docMk/>
            <pc:sldMk cId="2584955005" sldId="290"/>
            <ac:spMk id="62" creationId="{9BDDC11A-C268-B818-550C-517A473A3C5D}"/>
          </ac:spMkLst>
        </pc:spChg>
        <pc:spChg chg="add del mod">
          <ac:chgData name="이규빈" userId="b9d40a19-df1b-458f-86df-cd2cb0ed7b78" providerId="ADAL" clId="{C2EDD66D-DBE8-4BE9-ACBD-F3D6BC7B5612}" dt="2024-05-17T03:16:17.130" v="2360" actId="478"/>
          <ac:spMkLst>
            <pc:docMk/>
            <pc:sldMk cId="2584955005" sldId="290"/>
            <ac:spMk id="63" creationId="{283F9726-492A-B531-82F4-DCFECD6EF388}"/>
          </ac:spMkLst>
        </pc:spChg>
        <pc:spChg chg="add del mod">
          <ac:chgData name="이규빈" userId="b9d40a19-df1b-458f-86df-cd2cb0ed7b78" providerId="ADAL" clId="{C2EDD66D-DBE8-4BE9-ACBD-F3D6BC7B5612}" dt="2024-05-17T03:16:42.089" v="2380" actId="478"/>
          <ac:spMkLst>
            <pc:docMk/>
            <pc:sldMk cId="2584955005" sldId="290"/>
            <ac:spMk id="64" creationId="{9A52082A-962D-0BD5-87D6-896D7509C7D7}"/>
          </ac:spMkLst>
        </pc:spChg>
        <pc:grpChg chg="add del mod">
          <ac:chgData name="이규빈" userId="b9d40a19-df1b-458f-86df-cd2cb0ed7b78" providerId="ADAL" clId="{C2EDD66D-DBE8-4BE9-ACBD-F3D6BC7B5612}" dt="2024-05-17T02:34:21.957" v="2143" actId="165"/>
          <ac:grpSpMkLst>
            <pc:docMk/>
            <pc:sldMk cId="2584955005" sldId="290"/>
            <ac:grpSpMk id="26" creationId="{29F7397A-16D7-73C3-2F36-01C392EE0F53}"/>
          </ac:grpSpMkLst>
        </pc:grpChg>
        <pc:grpChg chg="add del mod">
          <ac:chgData name="이규빈" userId="b9d40a19-df1b-458f-86df-cd2cb0ed7b78" providerId="ADAL" clId="{C2EDD66D-DBE8-4BE9-ACBD-F3D6BC7B5612}" dt="2024-05-17T03:17:58.362" v="2417" actId="478"/>
          <ac:grpSpMkLst>
            <pc:docMk/>
            <pc:sldMk cId="2584955005" sldId="290"/>
            <ac:grpSpMk id="40" creationId="{F3419F78-E624-6DA0-DF43-7FCBB64E1839}"/>
          </ac:grpSpMkLst>
        </pc:grpChg>
        <pc:grpChg chg="add mod">
          <ac:chgData name="이규빈" userId="b9d40a19-df1b-458f-86df-cd2cb0ed7b78" providerId="ADAL" clId="{C2EDD66D-DBE8-4BE9-ACBD-F3D6BC7B5612}" dt="2024-05-17T02:32:02.106" v="2086" actId="571"/>
          <ac:grpSpMkLst>
            <pc:docMk/>
            <pc:sldMk cId="2584955005" sldId="290"/>
            <ac:grpSpMk id="41" creationId="{F045F141-A7F2-EFA9-B673-2D9DBB57B760}"/>
          </ac:grpSpMkLst>
        </pc:grpChg>
        <pc:grpChg chg="add del mod">
          <ac:chgData name="이규빈" userId="b9d40a19-df1b-458f-86df-cd2cb0ed7b78" providerId="ADAL" clId="{C2EDD66D-DBE8-4BE9-ACBD-F3D6BC7B5612}" dt="2024-05-17T03:18:00.034" v="2418" actId="478"/>
          <ac:grpSpMkLst>
            <pc:docMk/>
            <pc:sldMk cId="2584955005" sldId="290"/>
            <ac:grpSpMk id="44" creationId="{553D221E-82A7-FFA4-5EFB-B9FA91684743}"/>
          </ac:grpSpMkLst>
        </pc:grpChg>
        <pc:grpChg chg="add mod">
          <ac:chgData name="이규빈" userId="b9d40a19-df1b-458f-86df-cd2cb0ed7b78" providerId="ADAL" clId="{C2EDD66D-DBE8-4BE9-ACBD-F3D6BC7B5612}" dt="2024-05-17T03:18:50.033" v="2442" actId="1076"/>
          <ac:grpSpMkLst>
            <pc:docMk/>
            <pc:sldMk cId="2584955005" sldId="290"/>
            <ac:grpSpMk id="47" creationId="{C0E1428D-8596-EB9C-172E-5FEE90A1F728}"/>
          </ac:grpSpMkLst>
        </pc:grpChg>
        <pc:grpChg chg="add del mod">
          <ac:chgData name="이규빈" userId="b9d40a19-df1b-458f-86df-cd2cb0ed7b78" providerId="ADAL" clId="{C2EDD66D-DBE8-4BE9-ACBD-F3D6BC7B5612}" dt="2024-05-17T02:41:26.141" v="2231" actId="165"/>
          <ac:grpSpMkLst>
            <pc:docMk/>
            <pc:sldMk cId="2584955005" sldId="290"/>
            <ac:grpSpMk id="54" creationId="{B133D51C-3C13-9337-FAA5-830EA119D5FD}"/>
          </ac:grpSpMkLst>
        </pc:grpChg>
        <pc:grpChg chg="add mod">
          <ac:chgData name="이규빈" userId="b9d40a19-df1b-458f-86df-cd2cb0ed7b78" providerId="ADAL" clId="{C2EDD66D-DBE8-4BE9-ACBD-F3D6BC7B5612}" dt="2024-05-17T03:18:50.033" v="2442" actId="1076"/>
          <ac:grpSpMkLst>
            <pc:docMk/>
            <pc:sldMk cId="2584955005" sldId="290"/>
            <ac:grpSpMk id="66" creationId="{26F11FC2-A9B4-91F3-89B4-EBDF1D573236}"/>
          </ac:grpSpMkLst>
        </pc:grpChg>
        <pc:grpChg chg="add mod">
          <ac:chgData name="이규빈" userId="b9d40a19-df1b-458f-86df-cd2cb0ed7b78" providerId="ADAL" clId="{C2EDD66D-DBE8-4BE9-ACBD-F3D6BC7B5612}" dt="2024-05-17T03:18:50.033" v="2442" actId="1076"/>
          <ac:grpSpMkLst>
            <pc:docMk/>
            <pc:sldMk cId="2584955005" sldId="290"/>
            <ac:grpSpMk id="69" creationId="{A972BB0A-64F6-D3AF-C8E8-7A279C00E56A}"/>
          </ac:grpSpMkLst>
        </pc:grpChg>
        <pc:picChg chg="add del mod">
          <ac:chgData name="이규빈" userId="b9d40a19-df1b-458f-86df-cd2cb0ed7b78" providerId="ADAL" clId="{C2EDD66D-DBE8-4BE9-ACBD-F3D6BC7B5612}" dt="2024-05-17T02:19:38.087" v="1869" actId="478"/>
          <ac:picMkLst>
            <pc:docMk/>
            <pc:sldMk cId="2584955005" sldId="290"/>
            <ac:picMk id="5" creationId="{904F859A-CC67-F12E-923A-FD723011EFED}"/>
          </ac:picMkLst>
        </pc:picChg>
        <pc:picChg chg="add del mod">
          <ac:chgData name="이규빈" userId="b9d40a19-df1b-458f-86df-cd2cb0ed7b78" providerId="ADAL" clId="{C2EDD66D-DBE8-4BE9-ACBD-F3D6BC7B5612}" dt="2024-05-17T02:20:06.343" v="1883" actId="478"/>
          <ac:picMkLst>
            <pc:docMk/>
            <pc:sldMk cId="2584955005" sldId="290"/>
            <ac:picMk id="7" creationId="{058DE9D9-41A9-B103-43EE-0EC945F7F31D}"/>
          </ac:picMkLst>
        </pc:picChg>
        <pc:picChg chg="add mod">
          <ac:chgData name="이규빈" userId="b9d40a19-df1b-458f-86df-cd2cb0ed7b78" providerId="ADAL" clId="{C2EDD66D-DBE8-4BE9-ACBD-F3D6BC7B5612}" dt="2024-05-17T02:19:59.615" v="1878"/>
          <ac:picMkLst>
            <pc:docMk/>
            <pc:sldMk cId="2584955005" sldId="290"/>
            <ac:picMk id="9" creationId="{F87F9591-94B9-A85B-B7B1-28F822C7B540}"/>
          </ac:picMkLst>
        </pc:picChg>
        <pc:picChg chg="add del mod">
          <ac:chgData name="이규빈" userId="b9d40a19-df1b-458f-86df-cd2cb0ed7b78" providerId="ADAL" clId="{C2EDD66D-DBE8-4BE9-ACBD-F3D6BC7B5612}" dt="2024-05-17T02:20:06.343" v="1883" actId="478"/>
          <ac:picMkLst>
            <pc:docMk/>
            <pc:sldMk cId="2584955005" sldId="290"/>
            <ac:picMk id="11" creationId="{E60138DA-9836-2DAD-7C35-B2CFDD61AD4A}"/>
          </ac:picMkLst>
        </pc:picChg>
        <pc:picChg chg="add del mod">
          <ac:chgData name="이규빈" userId="b9d40a19-df1b-458f-86df-cd2cb0ed7b78" providerId="ADAL" clId="{C2EDD66D-DBE8-4BE9-ACBD-F3D6BC7B5612}" dt="2024-05-17T02:20:13.662" v="1894" actId="478"/>
          <ac:picMkLst>
            <pc:docMk/>
            <pc:sldMk cId="2584955005" sldId="290"/>
            <ac:picMk id="13" creationId="{17529F72-4264-7C1A-F567-125D18471309}"/>
          </ac:picMkLst>
        </pc:picChg>
        <pc:picChg chg="add del mod">
          <ac:chgData name="이규빈" userId="b9d40a19-df1b-458f-86df-cd2cb0ed7b78" providerId="ADAL" clId="{C2EDD66D-DBE8-4BE9-ACBD-F3D6BC7B5612}" dt="2024-05-17T02:20:13.113" v="1893" actId="478"/>
          <ac:picMkLst>
            <pc:docMk/>
            <pc:sldMk cId="2584955005" sldId="290"/>
            <ac:picMk id="15" creationId="{02EC0C9C-9C63-A100-4C6B-2ACD2AB3DD09}"/>
          </ac:picMkLst>
        </pc:picChg>
        <pc:picChg chg="add del mod">
          <ac:chgData name="이규빈" userId="b9d40a19-df1b-458f-86df-cd2cb0ed7b78" providerId="ADAL" clId="{C2EDD66D-DBE8-4BE9-ACBD-F3D6BC7B5612}" dt="2024-05-17T02:20:12.742" v="1892" actId="478"/>
          <ac:picMkLst>
            <pc:docMk/>
            <pc:sldMk cId="2584955005" sldId="290"/>
            <ac:picMk id="17" creationId="{74B7341E-DADD-DCCD-B75F-CD4F8CBAE3E1}"/>
          </ac:picMkLst>
        </pc:picChg>
        <pc:picChg chg="add mod topLvl">
          <ac:chgData name="이규빈" userId="b9d40a19-df1b-458f-86df-cd2cb0ed7b78" providerId="ADAL" clId="{C2EDD66D-DBE8-4BE9-ACBD-F3D6BC7B5612}" dt="2024-05-17T03:20:16.452" v="2483" actId="1037"/>
          <ac:picMkLst>
            <pc:docMk/>
            <pc:sldMk cId="2584955005" sldId="290"/>
            <ac:picMk id="19" creationId="{D7B28E05-F1C2-C3F0-0056-39E7854280BE}"/>
          </ac:picMkLst>
        </pc:picChg>
        <pc:picChg chg="add mod topLvl">
          <ac:chgData name="이규빈" userId="b9d40a19-df1b-458f-86df-cd2cb0ed7b78" providerId="ADAL" clId="{C2EDD66D-DBE8-4BE9-ACBD-F3D6BC7B5612}" dt="2024-05-17T03:18:50.033" v="2442" actId="1076"/>
          <ac:picMkLst>
            <pc:docMk/>
            <pc:sldMk cId="2584955005" sldId="290"/>
            <ac:picMk id="21" creationId="{CDDA875A-2A6A-1198-6EF5-CCEFDB760220}"/>
          </ac:picMkLst>
        </pc:picChg>
        <pc:picChg chg="add mod topLvl">
          <ac:chgData name="이규빈" userId="b9d40a19-df1b-458f-86df-cd2cb0ed7b78" providerId="ADAL" clId="{C2EDD66D-DBE8-4BE9-ACBD-F3D6BC7B5612}" dt="2024-05-17T03:18:50.033" v="2442" actId="1076"/>
          <ac:picMkLst>
            <pc:docMk/>
            <pc:sldMk cId="2584955005" sldId="290"/>
            <ac:picMk id="23" creationId="{595E170C-A076-0A97-462A-CABCD1E2B656}"/>
          </ac:picMkLst>
        </pc:picChg>
        <pc:cxnChg chg="add mod">
          <ac:chgData name="이규빈" userId="b9d40a19-df1b-458f-86df-cd2cb0ed7b78" providerId="ADAL" clId="{C2EDD66D-DBE8-4BE9-ACBD-F3D6BC7B5612}" dt="2024-05-17T03:20:29.529" v="2490" actId="1037"/>
          <ac:cxnSpMkLst>
            <pc:docMk/>
            <pc:sldMk cId="2584955005" sldId="290"/>
            <ac:cxnSpMk id="28" creationId="{F791D942-30DE-1BE9-1719-B4EAD7192CF5}"/>
          </ac:cxnSpMkLst>
        </pc:cxnChg>
        <pc:cxnChg chg="add mod">
          <ac:chgData name="이규빈" userId="b9d40a19-df1b-458f-86df-cd2cb0ed7b78" providerId="ADAL" clId="{C2EDD66D-DBE8-4BE9-ACBD-F3D6BC7B5612}" dt="2024-05-17T02:31:47.225" v="2078" actId="164"/>
          <ac:cxnSpMkLst>
            <pc:docMk/>
            <pc:sldMk cId="2584955005" sldId="290"/>
            <ac:cxnSpMk id="35" creationId="{213A177E-6348-491E-57C6-575403A2F1F2}"/>
          </ac:cxnSpMkLst>
        </pc:cxnChg>
        <pc:cxnChg chg="add mod ord">
          <ac:chgData name="이규빈" userId="b9d40a19-df1b-458f-86df-cd2cb0ed7b78" providerId="ADAL" clId="{C2EDD66D-DBE8-4BE9-ACBD-F3D6BC7B5612}" dt="2024-05-17T02:31:47.225" v="2078" actId="164"/>
          <ac:cxnSpMkLst>
            <pc:docMk/>
            <pc:sldMk cId="2584955005" sldId="290"/>
            <ac:cxnSpMk id="39" creationId="{C699F01C-A135-FB67-F6DE-848536F25D8A}"/>
          </ac:cxnSpMkLst>
        </pc:cxnChg>
        <pc:cxnChg chg="mod">
          <ac:chgData name="이규빈" userId="b9d40a19-df1b-458f-86df-cd2cb0ed7b78" providerId="ADAL" clId="{C2EDD66D-DBE8-4BE9-ACBD-F3D6BC7B5612}" dt="2024-05-17T02:32:02.106" v="2086" actId="571"/>
          <ac:cxnSpMkLst>
            <pc:docMk/>
            <pc:sldMk cId="2584955005" sldId="290"/>
            <ac:cxnSpMk id="42" creationId="{397413EB-7D33-F630-BBA6-B98D701B05A7}"/>
          </ac:cxnSpMkLst>
        </pc:cxnChg>
        <pc:cxnChg chg="mod">
          <ac:chgData name="이규빈" userId="b9d40a19-df1b-458f-86df-cd2cb0ed7b78" providerId="ADAL" clId="{C2EDD66D-DBE8-4BE9-ACBD-F3D6BC7B5612}" dt="2024-05-17T02:32:02.106" v="2086" actId="571"/>
          <ac:cxnSpMkLst>
            <pc:docMk/>
            <pc:sldMk cId="2584955005" sldId="290"/>
            <ac:cxnSpMk id="43" creationId="{18B6A9B9-33B4-9249-2012-DD67F1250E70}"/>
          </ac:cxnSpMkLst>
        </pc:cxnChg>
        <pc:cxnChg chg="mod">
          <ac:chgData name="이규빈" userId="b9d40a19-df1b-458f-86df-cd2cb0ed7b78" providerId="ADAL" clId="{C2EDD66D-DBE8-4BE9-ACBD-F3D6BC7B5612}" dt="2024-05-17T02:32:14.287" v="2099" actId="571"/>
          <ac:cxnSpMkLst>
            <pc:docMk/>
            <pc:sldMk cId="2584955005" sldId="290"/>
            <ac:cxnSpMk id="45" creationId="{5AA21BEE-81C8-4718-0A98-ABF05FF6E860}"/>
          </ac:cxnSpMkLst>
        </pc:cxnChg>
        <pc:cxnChg chg="mod">
          <ac:chgData name="이규빈" userId="b9d40a19-df1b-458f-86df-cd2cb0ed7b78" providerId="ADAL" clId="{C2EDD66D-DBE8-4BE9-ACBD-F3D6BC7B5612}" dt="2024-05-17T02:32:14.287" v="2099" actId="571"/>
          <ac:cxnSpMkLst>
            <pc:docMk/>
            <pc:sldMk cId="2584955005" sldId="290"/>
            <ac:cxnSpMk id="46" creationId="{0E521AC5-30DA-CA7B-4F1A-B53B83930EF8}"/>
          </ac:cxnSpMkLst>
        </pc:cxnChg>
        <pc:cxnChg chg="mod">
          <ac:chgData name="이규빈" userId="b9d40a19-df1b-458f-86df-cd2cb0ed7b78" providerId="ADAL" clId="{C2EDD66D-DBE8-4BE9-ACBD-F3D6BC7B5612}" dt="2024-05-17T02:33:29.582" v="2129" actId="571"/>
          <ac:cxnSpMkLst>
            <pc:docMk/>
            <pc:sldMk cId="2584955005" sldId="290"/>
            <ac:cxnSpMk id="48" creationId="{9E53538E-3690-505E-FA72-EA1126D6FDA4}"/>
          </ac:cxnSpMkLst>
        </pc:cxnChg>
        <pc:cxnChg chg="mod">
          <ac:chgData name="이규빈" userId="b9d40a19-df1b-458f-86df-cd2cb0ed7b78" providerId="ADAL" clId="{C2EDD66D-DBE8-4BE9-ACBD-F3D6BC7B5612}" dt="2024-05-17T03:17:23.553" v="2399" actId="14100"/>
          <ac:cxnSpMkLst>
            <pc:docMk/>
            <pc:sldMk cId="2584955005" sldId="290"/>
            <ac:cxnSpMk id="49" creationId="{A6DEA172-FB4B-22C3-441F-86E9F03A3423}"/>
          </ac:cxnSpMkLst>
        </pc:cxnChg>
        <pc:cxnChg chg="mod">
          <ac:chgData name="이규빈" userId="b9d40a19-df1b-458f-86df-cd2cb0ed7b78" providerId="ADAL" clId="{C2EDD66D-DBE8-4BE9-ACBD-F3D6BC7B5612}" dt="2024-05-17T03:17:40.545" v="2408" actId="571"/>
          <ac:cxnSpMkLst>
            <pc:docMk/>
            <pc:sldMk cId="2584955005" sldId="290"/>
            <ac:cxnSpMk id="67" creationId="{0773DA47-698F-17BC-26D8-E1AF8F273851}"/>
          </ac:cxnSpMkLst>
        </pc:cxnChg>
        <pc:cxnChg chg="mod">
          <ac:chgData name="이규빈" userId="b9d40a19-df1b-458f-86df-cd2cb0ed7b78" providerId="ADAL" clId="{C2EDD66D-DBE8-4BE9-ACBD-F3D6BC7B5612}" dt="2024-05-17T03:17:40.545" v="2408" actId="571"/>
          <ac:cxnSpMkLst>
            <pc:docMk/>
            <pc:sldMk cId="2584955005" sldId="290"/>
            <ac:cxnSpMk id="68" creationId="{2B71FCEC-A096-7F07-656D-6ADD3682F1C3}"/>
          </ac:cxnSpMkLst>
        </pc:cxnChg>
        <pc:cxnChg chg="mod">
          <ac:chgData name="이규빈" userId="b9d40a19-df1b-458f-86df-cd2cb0ed7b78" providerId="ADAL" clId="{C2EDD66D-DBE8-4BE9-ACBD-F3D6BC7B5612}" dt="2024-05-17T03:17:48.025" v="2410" actId="571"/>
          <ac:cxnSpMkLst>
            <pc:docMk/>
            <pc:sldMk cId="2584955005" sldId="290"/>
            <ac:cxnSpMk id="70" creationId="{F0B72EB3-F60F-F475-3922-6E9C5115F96B}"/>
          </ac:cxnSpMkLst>
        </pc:cxnChg>
        <pc:cxnChg chg="mod">
          <ac:chgData name="이규빈" userId="b9d40a19-df1b-458f-86df-cd2cb0ed7b78" providerId="ADAL" clId="{C2EDD66D-DBE8-4BE9-ACBD-F3D6BC7B5612}" dt="2024-05-17T03:17:48.025" v="2410" actId="571"/>
          <ac:cxnSpMkLst>
            <pc:docMk/>
            <pc:sldMk cId="2584955005" sldId="290"/>
            <ac:cxnSpMk id="71" creationId="{4C1E164C-B5F3-50FF-CF45-9BC4ADD2372A}"/>
          </ac:cxnSpMkLst>
        </pc:cxnChg>
      </pc:sldChg>
      <pc:sldChg chg="addSp delSp modSp new mod">
        <pc:chgData name="이규빈" userId="b9d40a19-df1b-458f-86df-cd2cb0ed7b78" providerId="ADAL" clId="{C2EDD66D-DBE8-4BE9-ACBD-F3D6BC7B5612}" dt="2024-05-18T04:12:34.855" v="3476" actId="165"/>
        <pc:sldMkLst>
          <pc:docMk/>
          <pc:sldMk cId="57252044" sldId="291"/>
        </pc:sldMkLst>
        <pc:spChg chg="del">
          <ac:chgData name="이규빈" userId="b9d40a19-df1b-458f-86df-cd2cb0ed7b78" providerId="ADAL" clId="{C2EDD66D-DBE8-4BE9-ACBD-F3D6BC7B5612}" dt="2024-05-17T08:34:38.598" v="2494" actId="478"/>
          <ac:spMkLst>
            <pc:docMk/>
            <pc:sldMk cId="57252044" sldId="291"/>
            <ac:spMk id="2" creationId="{523E9E19-9A57-6147-533B-AA17F3E6B85A}"/>
          </ac:spMkLst>
        </pc:spChg>
        <pc:spChg chg="del">
          <ac:chgData name="이규빈" userId="b9d40a19-df1b-458f-86df-cd2cb0ed7b78" providerId="ADAL" clId="{C2EDD66D-DBE8-4BE9-ACBD-F3D6BC7B5612}" dt="2024-05-17T08:34:38.598" v="2494" actId="478"/>
          <ac:spMkLst>
            <pc:docMk/>
            <pc:sldMk cId="57252044" sldId="291"/>
            <ac:spMk id="3" creationId="{98F3EF64-5EDA-FD78-C21F-3528889E287D}"/>
          </ac:spMkLst>
        </pc:spChg>
        <pc:spChg chg="add mod">
          <ac:chgData name="이규빈" userId="b9d40a19-df1b-458f-86df-cd2cb0ed7b78" providerId="ADAL" clId="{C2EDD66D-DBE8-4BE9-ACBD-F3D6BC7B5612}" dt="2024-05-17T08:50:35.921" v="2814" actId="164"/>
          <ac:spMkLst>
            <pc:docMk/>
            <pc:sldMk cId="57252044" sldId="291"/>
            <ac:spMk id="23" creationId="{3218B8A7-DC6B-80B6-F4F2-5212D4C48CFD}"/>
          </ac:spMkLst>
        </pc:spChg>
        <pc:spChg chg="add del mod">
          <ac:chgData name="이규빈" userId="b9d40a19-df1b-458f-86df-cd2cb0ed7b78" providerId="ADAL" clId="{C2EDD66D-DBE8-4BE9-ACBD-F3D6BC7B5612}" dt="2024-05-17T08:39:47.980" v="2621" actId="478"/>
          <ac:spMkLst>
            <pc:docMk/>
            <pc:sldMk cId="57252044" sldId="291"/>
            <ac:spMk id="24" creationId="{82A83A2D-BD8B-2FE7-B04E-D8F4D7CEF333}"/>
          </ac:spMkLst>
        </pc:spChg>
        <pc:spChg chg="add del mod">
          <ac:chgData name="이규빈" userId="b9d40a19-df1b-458f-86df-cd2cb0ed7b78" providerId="ADAL" clId="{C2EDD66D-DBE8-4BE9-ACBD-F3D6BC7B5612}" dt="2024-05-17T08:38:56.278" v="2580" actId="478"/>
          <ac:spMkLst>
            <pc:docMk/>
            <pc:sldMk cId="57252044" sldId="291"/>
            <ac:spMk id="25" creationId="{DA94C05F-2CE7-9D74-4408-14F09215A2E4}"/>
          </ac:spMkLst>
        </pc:spChg>
        <pc:spChg chg="add del mod">
          <ac:chgData name="이규빈" userId="b9d40a19-df1b-458f-86df-cd2cb0ed7b78" providerId="ADAL" clId="{C2EDD66D-DBE8-4BE9-ACBD-F3D6BC7B5612}" dt="2024-05-17T08:38:55.923" v="2579" actId="478"/>
          <ac:spMkLst>
            <pc:docMk/>
            <pc:sldMk cId="57252044" sldId="291"/>
            <ac:spMk id="26" creationId="{82C29944-DC97-3C33-C37E-3DCF5C09F269}"/>
          </ac:spMkLst>
        </pc:spChg>
        <pc:spChg chg="add del mod">
          <ac:chgData name="이규빈" userId="b9d40a19-df1b-458f-86df-cd2cb0ed7b78" providerId="ADAL" clId="{C2EDD66D-DBE8-4BE9-ACBD-F3D6BC7B5612}" dt="2024-05-17T08:38:58.835" v="2582" actId="478"/>
          <ac:spMkLst>
            <pc:docMk/>
            <pc:sldMk cId="57252044" sldId="291"/>
            <ac:spMk id="27" creationId="{04DFE02E-1C1D-65E3-C0CF-0BA90586B570}"/>
          </ac:spMkLst>
        </pc:spChg>
        <pc:spChg chg="add del mod">
          <ac:chgData name="이규빈" userId="b9d40a19-df1b-458f-86df-cd2cb0ed7b78" providerId="ADAL" clId="{C2EDD66D-DBE8-4BE9-ACBD-F3D6BC7B5612}" dt="2024-05-17T08:39:47.332" v="2620" actId="478"/>
          <ac:spMkLst>
            <pc:docMk/>
            <pc:sldMk cId="57252044" sldId="291"/>
            <ac:spMk id="28" creationId="{5657B78E-50BB-5BE7-E4D8-E0885B37FD5B}"/>
          </ac:spMkLst>
        </pc:spChg>
        <pc:spChg chg="add mod">
          <ac:chgData name="이규빈" userId="b9d40a19-df1b-458f-86df-cd2cb0ed7b78" providerId="ADAL" clId="{C2EDD66D-DBE8-4BE9-ACBD-F3D6BC7B5612}" dt="2024-05-17T08:39:57.022" v="2624" actId="571"/>
          <ac:spMkLst>
            <pc:docMk/>
            <pc:sldMk cId="57252044" sldId="291"/>
            <ac:spMk id="29" creationId="{34725794-94AC-75B8-1BB9-1A8E937EAA4B}"/>
          </ac:spMkLst>
        </pc:spChg>
        <pc:spChg chg="add mod">
          <ac:chgData name="이규빈" userId="b9d40a19-df1b-458f-86df-cd2cb0ed7b78" providerId="ADAL" clId="{C2EDD66D-DBE8-4BE9-ACBD-F3D6BC7B5612}" dt="2024-05-17T08:40:44.832" v="2634" actId="571"/>
          <ac:spMkLst>
            <pc:docMk/>
            <pc:sldMk cId="57252044" sldId="291"/>
            <ac:spMk id="30" creationId="{B960D820-2ED8-D303-A6A9-90873F17D0AC}"/>
          </ac:spMkLst>
        </pc:spChg>
        <pc:spChg chg="add del mod">
          <ac:chgData name="이규빈" userId="b9d40a19-df1b-458f-86df-cd2cb0ed7b78" providerId="ADAL" clId="{C2EDD66D-DBE8-4BE9-ACBD-F3D6BC7B5612}" dt="2024-05-17T08:42:07.039" v="2658" actId="478"/>
          <ac:spMkLst>
            <pc:docMk/>
            <pc:sldMk cId="57252044" sldId="291"/>
            <ac:spMk id="31" creationId="{EA52D1AA-25C5-090E-3358-26B4DFE6C1AC}"/>
          </ac:spMkLst>
        </pc:spChg>
        <pc:spChg chg="add del mod">
          <ac:chgData name="이규빈" userId="b9d40a19-df1b-458f-86df-cd2cb0ed7b78" providerId="ADAL" clId="{C2EDD66D-DBE8-4BE9-ACBD-F3D6BC7B5612}" dt="2024-05-17T08:42:06.663" v="2657" actId="478"/>
          <ac:spMkLst>
            <pc:docMk/>
            <pc:sldMk cId="57252044" sldId="291"/>
            <ac:spMk id="32" creationId="{B8694D85-A641-9D4F-9802-2E337B74EF51}"/>
          </ac:spMkLst>
        </pc:spChg>
        <pc:spChg chg="add del mod">
          <ac:chgData name="이규빈" userId="b9d40a19-df1b-458f-86df-cd2cb0ed7b78" providerId="ADAL" clId="{C2EDD66D-DBE8-4BE9-ACBD-F3D6BC7B5612}" dt="2024-05-17T08:42:05.543" v="2656" actId="478"/>
          <ac:spMkLst>
            <pc:docMk/>
            <pc:sldMk cId="57252044" sldId="291"/>
            <ac:spMk id="33" creationId="{3325D744-9253-8401-D53A-5B2A4E5AF933}"/>
          </ac:spMkLst>
        </pc:spChg>
        <pc:spChg chg="add del mod">
          <ac:chgData name="이규빈" userId="b9d40a19-df1b-458f-86df-cd2cb0ed7b78" providerId="ADAL" clId="{C2EDD66D-DBE8-4BE9-ACBD-F3D6BC7B5612}" dt="2024-05-17T08:42:05.255" v="2655" actId="478"/>
          <ac:spMkLst>
            <pc:docMk/>
            <pc:sldMk cId="57252044" sldId="291"/>
            <ac:spMk id="34" creationId="{029D73D8-BC7D-6F6E-435E-924CC8E9487A}"/>
          </ac:spMkLst>
        </pc:spChg>
        <pc:spChg chg="add del mod">
          <ac:chgData name="이규빈" userId="b9d40a19-df1b-458f-86df-cd2cb0ed7b78" providerId="ADAL" clId="{C2EDD66D-DBE8-4BE9-ACBD-F3D6BC7B5612}" dt="2024-05-17T08:42:36.728" v="2663" actId="478"/>
          <ac:spMkLst>
            <pc:docMk/>
            <pc:sldMk cId="57252044" sldId="291"/>
            <ac:spMk id="35" creationId="{4B58E173-B040-5989-0C30-990E1919C32B}"/>
          </ac:spMkLst>
        </pc:spChg>
        <pc:spChg chg="add mod topLvl">
          <ac:chgData name="이규빈" userId="b9d40a19-df1b-458f-86df-cd2cb0ed7b78" providerId="ADAL" clId="{C2EDD66D-DBE8-4BE9-ACBD-F3D6BC7B5612}" dt="2024-05-18T04:12:34.855" v="3476" actId="165"/>
          <ac:spMkLst>
            <pc:docMk/>
            <pc:sldMk cId="57252044" sldId="291"/>
            <ac:spMk id="36" creationId="{2523EB58-6A9E-B4B9-621D-ABBB4E2D6BDD}"/>
          </ac:spMkLst>
        </pc:spChg>
        <pc:spChg chg="add mod topLvl">
          <ac:chgData name="이규빈" userId="b9d40a19-df1b-458f-86df-cd2cb0ed7b78" providerId="ADAL" clId="{C2EDD66D-DBE8-4BE9-ACBD-F3D6BC7B5612}" dt="2024-05-17T09:28:27.830" v="3093" actId="165"/>
          <ac:spMkLst>
            <pc:docMk/>
            <pc:sldMk cId="57252044" sldId="291"/>
            <ac:spMk id="37" creationId="{E9DFD9A2-3664-EED4-CB22-CE441D2D5C57}"/>
          </ac:spMkLst>
        </pc:spChg>
        <pc:spChg chg="add mod topLvl">
          <ac:chgData name="이규빈" userId="b9d40a19-df1b-458f-86df-cd2cb0ed7b78" providerId="ADAL" clId="{C2EDD66D-DBE8-4BE9-ACBD-F3D6BC7B5612}" dt="2024-05-17T09:26:37.861" v="3018" actId="165"/>
          <ac:spMkLst>
            <pc:docMk/>
            <pc:sldMk cId="57252044" sldId="291"/>
            <ac:spMk id="38" creationId="{846287E1-AA7A-3388-A149-668C49CCB9A6}"/>
          </ac:spMkLst>
        </pc:spChg>
        <pc:spChg chg="add mod">
          <ac:chgData name="이규빈" userId="b9d40a19-df1b-458f-86df-cd2cb0ed7b78" providerId="ADAL" clId="{C2EDD66D-DBE8-4BE9-ACBD-F3D6BC7B5612}" dt="2024-05-18T04:11:16.189" v="3462" actId="6549"/>
          <ac:spMkLst>
            <pc:docMk/>
            <pc:sldMk cId="57252044" sldId="291"/>
            <ac:spMk id="39" creationId="{6471FB39-2728-083A-75CA-CDB36C1D0EDB}"/>
          </ac:spMkLst>
        </pc:spChg>
        <pc:spChg chg="add mod">
          <ac:chgData name="이규빈" userId="b9d40a19-df1b-458f-86df-cd2cb0ed7b78" providerId="ADAL" clId="{C2EDD66D-DBE8-4BE9-ACBD-F3D6BC7B5612}" dt="2024-05-18T04:11:47.613" v="3472" actId="20577"/>
          <ac:spMkLst>
            <pc:docMk/>
            <pc:sldMk cId="57252044" sldId="291"/>
            <ac:spMk id="40" creationId="{829DDE35-7E0E-3887-D904-A9A4DA70DA0E}"/>
          </ac:spMkLst>
        </pc:spChg>
        <pc:spChg chg="add del mod">
          <ac:chgData name="이규빈" userId="b9d40a19-df1b-458f-86df-cd2cb0ed7b78" providerId="ADAL" clId="{C2EDD66D-DBE8-4BE9-ACBD-F3D6BC7B5612}" dt="2024-05-17T08:43:50.169" v="2675" actId="478"/>
          <ac:spMkLst>
            <pc:docMk/>
            <pc:sldMk cId="57252044" sldId="291"/>
            <ac:spMk id="41" creationId="{F1CC3781-5305-7D64-2332-CC91489C8450}"/>
          </ac:spMkLst>
        </pc:spChg>
        <pc:spChg chg="add mod topLvl">
          <ac:chgData name="이규빈" userId="b9d40a19-df1b-458f-86df-cd2cb0ed7b78" providerId="ADAL" clId="{C2EDD66D-DBE8-4BE9-ACBD-F3D6BC7B5612}" dt="2024-05-18T04:11:39.597" v="3470" actId="20577"/>
          <ac:spMkLst>
            <pc:docMk/>
            <pc:sldMk cId="57252044" sldId="291"/>
            <ac:spMk id="42" creationId="{4C09FB0F-EB32-453C-62CD-57B7779924E7}"/>
          </ac:spMkLst>
        </pc:spChg>
        <pc:spChg chg="add del mod">
          <ac:chgData name="이규빈" userId="b9d40a19-df1b-458f-86df-cd2cb0ed7b78" providerId="ADAL" clId="{C2EDD66D-DBE8-4BE9-ACBD-F3D6BC7B5612}" dt="2024-05-17T08:46:53.988" v="2736" actId="478"/>
          <ac:spMkLst>
            <pc:docMk/>
            <pc:sldMk cId="57252044" sldId="291"/>
            <ac:spMk id="43" creationId="{E3A39B5C-DE58-2CD0-12A5-929E77742FDB}"/>
          </ac:spMkLst>
        </pc:spChg>
        <pc:spChg chg="add mod">
          <ac:chgData name="이규빈" userId="b9d40a19-df1b-458f-86df-cd2cb0ed7b78" providerId="ADAL" clId="{C2EDD66D-DBE8-4BE9-ACBD-F3D6BC7B5612}" dt="2024-05-18T04:11:26.381" v="3468" actId="20577"/>
          <ac:spMkLst>
            <pc:docMk/>
            <pc:sldMk cId="57252044" sldId="291"/>
            <ac:spMk id="44" creationId="{5B6ECADA-5A6E-953D-8E0A-D8B49589621E}"/>
          </ac:spMkLst>
        </pc:spChg>
        <pc:spChg chg="add mod">
          <ac:chgData name="이규빈" userId="b9d40a19-df1b-458f-86df-cd2cb0ed7b78" providerId="ADAL" clId="{C2EDD66D-DBE8-4BE9-ACBD-F3D6BC7B5612}" dt="2024-05-18T04:11:50.589" v="3475" actId="20577"/>
          <ac:spMkLst>
            <pc:docMk/>
            <pc:sldMk cId="57252044" sldId="291"/>
            <ac:spMk id="45" creationId="{42118B81-DE64-920F-42FE-B01A0087EA33}"/>
          </ac:spMkLst>
        </pc:spChg>
        <pc:spChg chg="add del mod">
          <ac:chgData name="이규빈" userId="b9d40a19-df1b-458f-86df-cd2cb0ed7b78" providerId="ADAL" clId="{C2EDD66D-DBE8-4BE9-ACBD-F3D6BC7B5612}" dt="2024-05-17T08:48:29.109" v="2772" actId="478"/>
          <ac:spMkLst>
            <pc:docMk/>
            <pc:sldMk cId="57252044" sldId="291"/>
            <ac:spMk id="46" creationId="{3043C1F5-581C-0E1C-9112-4D4AF1C6AA40}"/>
          </ac:spMkLst>
        </pc:spChg>
        <pc:spChg chg="add mod">
          <ac:chgData name="이규빈" userId="b9d40a19-df1b-458f-86df-cd2cb0ed7b78" providerId="ADAL" clId="{C2EDD66D-DBE8-4BE9-ACBD-F3D6BC7B5612}" dt="2024-05-17T08:50:35.921" v="2814" actId="164"/>
          <ac:spMkLst>
            <pc:docMk/>
            <pc:sldMk cId="57252044" sldId="291"/>
            <ac:spMk id="47" creationId="{6401C33D-E759-7882-260E-5A149F61E8B9}"/>
          </ac:spMkLst>
        </pc:spChg>
        <pc:spChg chg="add mod topLvl">
          <ac:chgData name="이규빈" userId="b9d40a19-df1b-458f-86df-cd2cb0ed7b78" providerId="ADAL" clId="{C2EDD66D-DBE8-4BE9-ACBD-F3D6BC7B5612}" dt="2024-05-18T04:12:34.855" v="3476" actId="165"/>
          <ac:spMkLst>
            <pc:docMk/>
            <pc:sldMk cId="57252044" sldId="291"/>
            <ac:spMk id="48" creationId="{F0380B63-6837-E16D-3C5F-3A852085555E}"/>
          </ac:spMkLst>
        </pc:spChg>
        <pc:spChg chg="add mod topLvl">
          <ac:chgData name="이규빈" userId="b9d40a19-df1b-458f-86df-cd2cb0ed7b78" providerId="ADAL" clId="{C2EDD66D-DBE8-4BE9-ACBD-F3D6BC7B5612}" dt="2024-05-17T09:28:27.830" v="3093" actId="165"/>
          <ac:spMkLst>
            <pc:docMk/>
            <pc:sldMk cId="57252044" sldId="291"/>
            <ac:spMk id="49" creationId="{4CAA72E8-7581-966F-23A8-D8F8FA7F63D8}"/>
          </ac:spMkLst>
        </pc:spChg>
        <pc:spChg chg="add del mod">
          <ac:chgData name="이규빈" userId="b9d40a19-df1b-458f-86df-cd2cb0ed7b78" providerId="ADAL" clId="{C2EDD66D-DBE8-4BE9-ACBD-F3D6BC7B5612}" dt="2024-05-17T08:50:02.143" v="2796" actId="478"/>
          <ac:spMkLst>
            <pc:docMk/>
            <pc:sldMk cId="57252044" sldId="291"/>
            <ac:spMk id="50" creationId="{A8995780-89B5-7C01-7DD6-D5EA7C898E22}"/>
          </ac:spMkLst>
        </pc:spChg>
        <pc:spChg chg="add del mod">
          <ac:chgData name="이규빈" userId="b9d40a19-df1b-458f-86df-cd2cb0ed7b78" providerId="ADAL" clId="{C2EDD66D-DBE8-4BE9-ACBD-F3D6BC7B5612}" dt="2024-05-17T08:51:24.024" v="2832" actId="478"/>
          <ac:spMkLst>
            <pc:docMk/>
            <pc:sldMk cId="57252044" sldId="291"/>
            <ac:spMk id="58" creationId="{2C62EB37-68AA-121A-040B-BDE1CFAB83DC}"/>
          </ac:spMkLst>
        </pc:spChg>
        <pc:spChg chg="add mod topLvl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59" creationId="{1DF1E4CD-A6FC-E145-0AD3-889EDABCD3F4}"/>
          </ac:spMkLst>
        </pc:spChg>
        <pc:spChg chg="add del mod">
          <ac:chgData name="이규빈" userId="b9d40a19-df1b-458f-86df-cd2cb0ed7b78" providerId="ADAL" clId="{C2EDD66D-DBE8-4BE9-ACBD-F3D6BC7B5612}" dt="2024-05-17T08:54:16.539" v="2899" actId="478"/>
          <ac:spMkLst>
            <pc:docMk/>
            <pc:sldMk cId="57252044" sldId="291"/>
            <ac:spMk id="60" creationId="{600385B1-4819-EAF2-01D5-5DE26C356A7C}"/>
          </ac:spMkLst>
        </pc:spChg>
        <pc:spChg chg="add del mod">
          <ac:chgData name="이규빈" userId="b9d40a19-df1b-458f-86df-cd2cb0ed7b78" providerId="ADAL" clId="{C2EDD66D-DBE8-4BE9-ACBD-F3D6BC7B5612}" dt="2024-05-17T08:54:17.347" v="2900" actId="478"/>
          <ac:spMkLst>
            <pc:docMk/>
            <pc:sldMk cId="57252044" sldId="291"/>
            <ac:spMk id="61" creationId="{5E781807-FC31-70F6-DF64-D1B57195D9BE}"/>
          </ac:spMkLst>
        </pc:spChg>
        <pc:spChg chg="add del mod">
          <ac:chgData name="이규빈" userId="b9d40a19-df1b-458f-86df-cd2cb0ed7b78" providerId="ADAL" clId="{C2EDD66D-DBE8-4BE9-ACBD-F3D6BC7B5612}" dt="2024-05-17T08:54:15.458" v="2898" actId="478"/>
          <ac:spMkLst>
            <pc:docMk/>
            <pc:sldMk cId="57252044" sldId="291"/>
            <ac:spMk id="62" creationId="{33B46F30-6FB8-9153-082A-54C4A22BADEA}"/>
          </ac:spMkLst>
        </pc:spChg>
        <pc:spChg chg="add del mod topLvl">
          <ac:chgData name="이규빈" userId="b9d40a19-df1b-458f-86df-cd2cb0ed7b78" providerId="ADAL" clId="{C2EDD66D-DBE8-4BE9-ACBD-F3D6BC7B5612}" dt="2024-05-17T08:54:57.612" v="2912" actId="478"/>
          <ac:spMkLst>
            <pc:docMk/>
            <pc:sldMk cId="57252044" sldId="291"/>
            <ac:spMk id="63" creationId="{D2A596EF-E6EC-E53B-6971-06AB3DD0C534}"/>
          </ac:spMkLst>
        </pc:spChg>
        <pc:spChg chg="mod topLvl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66" creationId="{5EA13CB3-2042-2CDF-9701-EC10B850D5A7}"/>
          </ac:spMkLst>
        </pc:spChg>
        <pc:spChg chg="del mod topLvl">
          <ac:chgData name="이규빈" userId="b9d40a19-df1b-458f-86df-cd2cb0ed7b78" providerId="ADAL" clId="{C2EDD66D-DBE8-4BE9-ACBD-F3D6BC7B5612}" dt="2024-05-17T08:54:49.860" v="2911" actId="478"/>
          <ac:spMkLst>
            <pc:docMk/>
            <pc:sldMk cId="57252044" sldId="291"/>
            <ac:spMk id="67" creationId="{F3748CA8-E636-6071-56EA-C9210A63459D}"/>
          </ac:spMkLst>
        </pc:spChg>
        <pc:spChg chg="mod">
          <ac:chgData name="이규빈" userId="b9d40a19-df1b-458f-86df-cd2cb0ed7b78" providerId="ADAL" clId="{C2EDD66D-DBE8-4BE9-ACBD-F3D6BC7B5612}" dt="2024-05-17T08:54:28.910" v="2904" actId="571"/>
          <ac:spMkLst>
            <pc:docMk/>
            <pc:sldMk cId="57252044" sldId="291"/>
            <ac:spMk id="69" creationId="{DD22C1F8-7D5C-CC4B-4A26-DABAFF44D74D}"/>
          </ac:spMkLst>
        </pc:spChg>
        <pc:spChg chg="mod">
          <ac:chgData name="이규빈" userId="b9d40a19-df1b-458f-86df-cd2cb0ed7b78" providerId="ADAL" clId="{C2EDD66D-DBE8-4BE9-ACBD-F3D6BC7B5612}" dt="2024-05-17T08:54:28.910" v="2904" actId="571"/>
          <ac:spMkLst>
            <pc:docMk/>
            <pc:sldMk cId="57252044" sldId="291"/>
            <ac:spMk id="70" creationId="{2BE24D74-93E5-9F5B-990D-5E39BBEAD765}"/>
          </ac:spMkLst>
        </pc:spChg>
        <pc:spChg chg="mod topLvl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72" creationId="{3A01E845-0AF5-ECDF-E9E4-136ECDE934A7}"/>
          </ac:spMkLst>
        </pc:spChg>
        <pc:spChg chg="del mod topLvl">
          <ac:chgData name="이규빈" userId="b9d40a19-df1b-458f-86df-cd2cb0ed7b78" providerId="ADAL" clId="{C2EDD66D-DBE8-4BE9-ACBD-F3D6BC7B5612}" dt="2024-05-17T08:54:39.068" v="2908" actId="478"/>
          <ac:spMkLst>
            <pc:docMk/>
            <pc:sldMk cId="57252044" sldId="291"/>
            <ac:spMk id="73" creationId="{25A348C9-364B-F00E-BD50-97A467C8291B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76" creationId="{189EAE9C-B26C-7F18-BA96-0A260BECC44D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77" creationId="{C81824AF-3AE2-C238-F2FF-758FA4AD8E5F}"/>
          </ac:spMkLst>
        </pc:spChg>
        <pc:spChg chg="add del mod">
          <ac:chgData name="이규빈" userId="b9d40a19-df1b-458f-86df-cd2cb0ed7b78" providerId="ADAL" clId="{C2EDD66D-DBE8-4BE9-ACBD-F3D6BC7B5612}" dt="2024-05-17T09:08:15.304" v="2931" actId="478"/>
          <ac:spMkLst>
            <pc:docMk/>
            <pc:sldMk cId="57252044" sldId="291"/>
            <ac:spMk id="81" creationId="{C71D83A1-D3C0-4523-DFF4-783CEEA86760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82" creationId="{4957DC9A-DA33-E727-3C2F-70878E57E26C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84" creationId="{F7D3EC61-753B-3103-3978-6D3FB6927015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85" creationId="{F969DCEF-AA56-F476-DF1B-DAFCFA277BAD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87" creationId="{621A8FAF-9CCB-C846-EC97-B1F0610E30A5}"/>
          </ac:spMkLst>
        </pc:spChg>
        <pc:spChg chg="add mod">
          <ac:chgData name="이규빈" userId="b9d40a19-df1b-458f-86df-cd2cb0ed7b78" providerId="ADAL" clId="{C2EDD66D-DBE8-4BE9-ACBD-F3D6BC7B5612}" dt="2024-05-17T09:10:40.061" v="2992"/>
          <ac:spMkLst>
            <pc:docMk/>
            <pc:sldMk cId="57252044" sldId="291"/>
            <ac:spMk id="89" creationId="{C1FC44B5-5A65-076B-0DF0-4C98BB46044E}"/>
          </ac:spMkLst>
        </pc:spChg>
        <pc:spChg chg="add mod">
          <ac:chgData name="이규빈" userId="b9d40a19-df1b-458f-86df-cd2cb0ed7b78" providerId="ADAL" clId="{C2EDD66D-DBE8-4BE9-ACBD-F3D6BC7B5612}" dt="2024-05-17T09:10:40.061" v="2992"/>
          <ac:spMkLst>
            <pc:docMk/>
            <pc:sldMk cId="57252044" sldId="291"/>
            <ac:spMk id="90" creationId="{7C8AD481-FE21-2B71-064C-E79C372DA8B5}"/>
          </ac:spMkLst>
        </pc:spChg>
        <pc:spChg chg="add mod">
          <ac:chgData name="이규빈" userId="b9d40a19-df1b-458f-86df-cd2cb0ed7b78" providerId="ADAL" clId="{C2EDD66D-DBE8-4BE9-ACBD-F3D6BC7B5612}" dt="2024-05-17T09:10:40.061" v="2992"/>
          <ac:spMkLst>
            <pc:docMk/>
            <pc:sldMk cId="57252044" sldId="291"/>
            <ac:spMk id="92" creationId="{87830C8B-28ED-FABD-7FA3-C3B8D0B9A5AC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94" creationId="{4DBECB80-2D59-1C48-3D78-F872A51CC580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95" creationId="{651CBA1B-B689-A7B0-6F12-536523D32C04}"/>
          </ac:spMkLst>
        </pc:spChg>
        <pc:spChg chg="add mod">
          <ac:chgData name="이규빈" userId="b9d40a19-df1b-458f-86df-cd2cb0ed7b78" providerId="ADAL" clId="{C2EDD66D-DBE8-4BE9-ACBD-F3D6BC7B5612}" dt="2024-05-17T09:26:27.488" v="3016" actId="1036"/>
          <ac:spMkLst>
            <pc:docMk/>
            <pc:sldMk cId="57252044" sldId="291"/>
            <ac:spMk id="97" creationId="{A6C215D5-4B63-6396-DBCD-390DEEC076E3}"/>
          </ac:spMkLst>
        </pc:spChg>
        <pc:spChg chg="add del">
          <ac:chgData name="이규빈" userId="b9d40a19-df1b-458f-86df-cd2cb0ed7b78" providerId="ADAL" clId="{C2EDD66D-DBE8-4BE9-ACBD-F3D6BC7B5612}" dt="2024-05-17T09:16:05.046" v="3013" actId="478"/>
          <ac:spMkLst>
            <pc:docMk/>
            <pc:sldMk cId="57252044" sldId="291"/>
            <ac:spMk id="98" creationId="{C103AB44-BB2B-1690-47EB-77DF025C4A6D}"/>
          </ac:spMkLst>
        </pc:spChg>
        <pc:spChg chg="add mod ord topLvl">
          <ac:chgData name="이규빈" userId="b9d40a19-df1b-458f-86df-cd2cb0ed7b78" providerId="ADAL" clId="{C2EDD66D-DBE8-4BE9-ACBD-F3D6BC7B5612}" dt="2024-05-17T09:28:53.041" v="3106" actId="1035"/>
          <ac:spMkLst>
            <pc:docMk/>
            <pc:sldMk cId="57252044" sldId="291"/>
            <ac:spMk id="99" creationId="{3ECB0EE7-BF80-9A9C-E9E0-F98A4A819734}"/>
          </ac:spMkLst>
        </pc:spChg>
        <pc:spChg chg="add del mod">
          <ac:chgData name="이규빈" userId="b9d40a19-df1b-458f-86df-cd2cb0ed7b78" providerId="ADAL" clId="{C2EDD66D-DBE8-4BE9-ACBD-F3D6BC7B5612}" dt="2024-05-17T09:26:59.206" v="3023" actId="478"/>
          <ac:spMkLst>
            <pc:docMk/>
            <pc:sldMk cId="57252044" sldId="291"/>
            <ac:spMk id="100" creationId="{DC095582-3347-7598-42C7-20A678C1F65C}"/>
          </ac:spMkLst>
        </pc:spChg>
        <pc:spChg chg="add mod ord topLvl">
          <ac:chgData name="이규빈" userId="b9d40a19-df1b-458f-86df-cd2cb0ed7b78" providerId="ADAL" clId="{C2EDD66D-DBE8-4BE9-ACBD-F3D6BC7B5612}" dt="2024-05-17T09:28:53.041" v="3106" actId="1035"/>
          <ac:spMkLst>
            <pc:docMk/>
            <pc:sldMk cId="57252044" sldId="291"/>
            <ac:spMk id="101" creationId="{4E71B96A-7D8E-DD4C-9596-5433A4027973}"/>
          </ac:spMkLst>
        </pc:spChg>
        <pc:grpChg chg="add del mod">
          <ac:chgData name="이규빈" userId="b9d40a19-df1b-458f-86df-cd2cb0ed7b78" providerId="ADAL" clId="{C2EDD66D-DBE8-4BE9-ACBD-F3D6BC7B5612}" dt="2024-05-17T08:36:57.784" v="2557" actId="165"/>
          <ac:grpSpMkLst>
            <pc:docMk/>
            <pc:sldMk cId="57252044" sldId="291"/>
            <ac:grpSpMk id="22" creationId="{1677D2C0-CB99-8E91-227E-5FF458F2E810}"/>
          </ac:grpSpMkLst>
        </pc:grpChg>
        <pc:grpChg chg="add del mod ord">
          <ac:chgData name="이규빈" userId="b9d40a19-df1b-458f-86df-cd2cb0ed7b78" providerId="ADAL" clId="{C2EDD66D-DBE8-4BE9-ACBD-F3D6BC7B5612}" dt="2024-05-17T09:26:37.861" v="3018" actId="165"/>
          <ac:grpSpMkLst>
            <pc:docMk/>
            <pc:sldMk cId="57252044" sldId="291"/>
            <ac:grpSpMk id="51" creationId="{24E58CC3-89A7-F65F-AC23-4A7D2221D211}"/>
          </ac:grpSpMkLst>
        </pc:grpChg>
        <pc:grpChg chg="add mod">
          <ac:chgData name="이규빈" userId="b9d40a19-df1b-458f-86df-cd2cb0ed7b78" providerId="ADAL" clId="{C2EDD66D-DBE8-4BE9-ACBD-F3D6BC7B5612}" dt="2024-05-17T08:50:34.434" v="2813" actId="164"/>
          <ac:grpSpMkLst>
            <pc:docMk/>
            <pc:sldMk cId="57252044" sldId="291"/>
            <ac:grpSpMk id="52" creationId="{7AD3FC38-C781-122F-BF15-8FC5AC6F6742}"/>
          </ac:grpSpMkLst>
        </pc:grpChg>
        <pc:grpChg chg="add mod">
          <ac:chgData name="이규빈" userId="b9d40a19-df1b-458f-86df-cd2cb0ed7b78" providerId="ADAL" clId="{C2EDD66D-DBE8-4BE9-ACBD-F3D6BC7B5612}" dt="2024-05-17T09:26:27.488" v="3016" actId="1036"/>
          <ac:grpSpMkLst>
            <pc:docMk/>
            <pc:sldMk cId="57252044" sldId="291"/>
            <ac:grpSpMk id="53" creationId="{A9C7021F-C64A-A2E6-E323-0BC905473D90}"/>
          </ac:grpSpMkLst>
        </pc:grpChg>
        <pc:grpChg chg="add mod ord">
          <ac:chgData name="이규빈" userId="b9d40a19-df1b-458f-86df-cd2cb0ed7b78" providerId="ADAL" clId="{C2EDD66D-DBE8-4BE9-ACBD-F3D6BC7B5612}" dt="2024-05-18T04:11:16.189" v="3462" actId="6549"/>
          <ac:grpSpMkLst>
            <pc:docMk/>
            <pc:sldMk cId="57252044" sldId="291"/>
            <ac:grpSpMk id="54" creationId="{D3985F4C-9A7A-AAE3-4E7E-919D43E9F35E}"/>
          </ac:grpSpMkLst>
        </pc:grpChg>
        <pc:grpChg chg="add del mod">
          <ac:chgData name="이규빈" userId="b9d40a19-df1b-458f-86df-cd2cb0ed7b78" providerId="ADAL" clId="{C2EDD66D-DBE8-4BE9-ACBD-F3D6BC7B5612}" dt="2024-05-18T04:12:34.855" v="3476" actId="165"/>
          <ac:grpSpMkLst>
            <pc:docMk/>
            <pc:sldMk cId="57252044" sldId="291"/>
            <ac:grpSpMk id="55" creationId="{9D812AA0-835B-2F14-7904-21B3EB8C616B}"/>
          </ac:grpSpMkLst>
        </pc:grpChg>
        <pc:grpChg chg="add mod ord">
          <ac:chgData name="이규빈" userId="b9d40a19-df1b-458f-86df-cd2cb0ed7b78" providerId="ADAL" clId="{C2EDD66D-DBE8-4BE9-ACBD-F3D6BC7B5612}" dt="2024-05-18T04:11:47.613" v="3472" actId="20577"/>
          <ac:grpSpMkLst>
            <pc:docMk/>
            <pc:sldMk cId="57252044" sldId="291"/>
            <ac:grpSpMk id="56" creationId="{9CFA7BB5-1219-808A-AC13-BC5EEEB2B14B}"/>
          </ac:grpSpMkLst>
        </pc:grpChg>
        <pc:grpChg chg="add del mod">
          <ac:chgData name="이규빈" userId="b9d40a19-df1b-458f-86df-cd2cb0ed7b78" providerId="ADAL" clId="{C2EDD66D-DBE8-4BE9-ACBD-F3D6BC7B5612}" dt="2024-05-17T09:28:27.830" v="3093" actId="165"/>
          <ac:grpSpMkLst>
            <pc:docMk/>
            <pc:sldMk cId="57252044" sldId="291"/>
            <ac:grpSpMk id="57" creationId="{AC65EEA4-342A-B745-2284-4BB55BA5E403}"/>
          </ac:grpSpMkLst>
        </pc:grpChg>
        <pc:grpChg chg="add del mod">
          <ac:chgData name="이규빈" userId="b9d40a19-df1b-458f-86df-cd2cb0ed7b78" providerId="ADAL" clId="{C2EDD66D-DBE8-4BE9-ACBD-F3D6BC7B5612}" dt="2024-05-17T08:54:57.612" v="2912" actId="478"/>
          <ac:grpSpMkLst>
            <pc:docMk/>
            <pc:sldMk cId="57252044" sldId="291"/>
            <ac:grpSpMk id="64" creationId="{29B4E762-2703-49B8-B9A0-9FF52AE2B1B6}"/>
          </ac:grpSpMkLst>
        </pc:grpChg>
        <pc:grpChg chg="add del mod">
          <ac:chgData name="이규빈" userId="b9d40a19-df1b-458f-86df-cd2cb0ed7b78" providerId="ADAL" clId="{C2EDD66D-DBE8-4BE9-ACBD-F3D6BC7B5612}" dt="2024-05-17T08:54:49.860" v="2911" actId="478"/>
          <ac:grpSpMkLst>
            <pc:docMk/>
            <pc:sldMk cId="57252044" sldId="291"/>
            <ac:grpSpMk id="65" creationId="{90DD3A79-FEF7-2A29-BFCF-367E8170E86A}"/>
          </ac:grpSpMkLst>
        </pc:grpChg>
        <pc:grpChg chg="add mod">
          <ac:chgData name="이규빈" userId="b9d40a19-df1b-458f-86df-cd2cb0ed7b78" providerId="ADAL" clId="{C2EDD66D-DBE8-4BE9-ACBD-F3D6BC7B5612}" dt="2024-05-17T08:54:28.910" v="2904" actId="571"/>
          <ac:grpSpMkLst>
            <pc:docMk/>
            <pc:sldMk cId="57252044" sldId="291"/>
            <ac:grpSpMk id="68" creationId="{D1E5E414-CF38-910C-3AD6-89D979E1BBD7}"/>
          </ac:grpSpMkLst>
        </pc:grpChg>
        <pc:grpChg chg="add del mod">
          <ac:chgData name="이규빈" userId="b9d40a19-df1b-458f-86df-cd2cb0ed7b78" providerId="ADAL" clId="{C2EDD66D-DBE8-4BE9-ACBD-F3D6BC7B5612}" dt="2024-05-17T08:54:39.068" v="2908" actId="478"/>
          <ac:grpSpMkLst>
            <pc:docMk/>
            <pc:sldMk cId="57252044" sldId="291"/>
            <ac:grpSpMk id="71" creationId="{9FAE0881-E96A-DD82-D812-821EE6C76120}"/>
          </ac:grpSpMkLst>
        </pc:grpChg>
        <pc:picChg chg="add mod">
          <ac:chgData name="이규빈" userId="b9d40a19-df1b-458f-86df-cd2cb0ed7b78" providerId="ADAL" clId="{C2EDD66D-DBE8-4BE9-ACBD-F3D6BC7B5612}" dt="2024-05-17T08:35:35.423" v="2524"/>
          <ac:picMkLst>
            <pc:docMk/>
            <pc:sldMk cId="57252044" sldId="291"/>
            <ac:picMk id="5" creationId="{C47272B3-F825-9384-71DF-A54F60669036}"/>
          </ac:picMkLst>
        </pc:picChg>
        <pc:picChg chg="add mod">
          <ac:chgData name="이규빈" userId="b9d40a19-df1b-458f-86df-cd2cb0ed7b78" providerId="ADAL" clId="{C2EDD66D-DBE8-4BE9-ACBD-F3D6BC7B5612}" dt="2024-05-17T08:35:35.066" v="2522"/>
          <ac:picMkLst>
            <pc:docMk/>
            <pc:sldMk cId="57252044" sldId="291"/>
            <ac:picMk id="7" creationId="{482E6978-D2F9-00ED-DC21-9834FCEAAD3B}"/>
          </ac:picMkLst>
        </pc:picChg>
        <pc:picChg chg="add mod">
          <ac:chgData name="이규빈" userId="b9d40a19-df1b-458f-86df-cd2cb0ed7b78" providerId="ADAL" clId="{C2EDD66D-DBE8-4BE9-ACBD-F3D6BC7B5612}" dt="2024-05-17T08:35:34.906" v="2520"/>
          <ac:picMkLst>
            <pc:docMk/>
            <pc:sldMk cId="57252044" sldId="291"/>
            <ac:picMk id="9" creationId="{F9367314-2D67-47D5-3A3A-C99D2079AA7F}"/>
          </ac:picMkLst>
        </pc:picChg>
        <pc:picChg chg="add mod topLvl">
          <ac:chgData name="이규빈" userId="b9d40a19-df1b-458f-86df-cd2cb0ed7b78" providerId="ADAL" clId="{C2EDD66D-DBE8-4BE9-ACBD-F3D6BC7B5612}" dt="2024-05-18T04:11:47.613" v="3472" actId="20577"/>
          <ac:picMkLst>
            <pc:docMk/>
            <pc:sldMk cId="57252044" sldId="291"/>
            <ac:picMk id="11" creationId="{B4768DF9-0E08-85C1-E6CD-23518470E361}"/>
          </ac:picMkLst>
        </pc:picChg>
        <pc:picChg chg="add mod ord topLvl">
          <ac:chgData name="이규빈" userId="b9d40a19-df1b-458f-86df-cd2cb0ed7b78" providerId="ADAL" clId="{C2EDD66D-DBE8-4BE9-ACBD-F3D6BC7B5612}" dt="2024-05-18T04:11:16.189" v="3462" actId="6549"/>
          <ac:picMkLst>
            <pc:docMk/>
            <pc:sldMk cId="57252044" sldId="291"/>
            <ac:picMk id="13" creationId="{2A435700-F488-DE89-85EA-F70B37D0E5B0}"/>
          </ac:picMkLst>
        </pc:picChg>
        <pc:picChg chg="add mod topLvl">
          <ac:chgData name="이규빈" userId="b9d40a19-df1b-458f-86df-cd2cb0ed7b78" providerId="ADAL" clId="{C2EDD66D-DBE8-4BE9-ACBD-F3D6BC7B5612}" dt="2024-05-17T09:26:37.861" v="3018" actId="165"/>
          <ac:picMkLst>
            <pc:docMk/>
            <pc:sldMk cId="57252044" sldId="291"/>
            <ac:picMk id="15" creationId="{C167CF87-F7BC-FF8F-168D-9A5F79845CA7}"/>
          </ac:picMkLst>
        </pc:picChg>
        <pc:picChg chg="add mod topLvl">
          <ac:chgData name="이규빈" userId="b9d40a19-df1b-458f-86df-cd2cb0ed7b78" providerId="ADAL" clId="{C2EDD66D-DBE8-4BE9-ACBD-F3D6BC7B5612}" dt="2024-05-17T09:28:27.830" v="3093" actId="165"/>
          <ac:picMkLst>
            <pc:docMk/>
            <pc:sldMk cId="57252044" sldId="291"/>
            <ac:picMk id="17" creationId="{FCEB639F-2E41-2E12-CFD6-7F57411E8564}"/>
          </ac:picMkLst>
        </pc:picChg>
        <pc:picChg chg="add mod ord topLvl">
          <ac:chgData name="이규빈" userId="b9d40a19-df1b-458f-86df-cd2cb0ed7b78" providerId="ADAL" clId="{C2EDD66D-DBE8-4BE9-ACBD-F3D6BC7B5612}" dt="2024-05-18T04:12:34.855" v="3476" actId="165"/>
          <ac:picMkLst>
            <pc:docMk/>
            <pc:sldMk cId="57252044" sldId="291"/>
            <ac:picMk id="19" creationId="{704FC1B5-428D-2E8B-8043-CABBF0C62361}"/>
          </ac:picMkLst>
        </pc:picChg>
        <pc:picChg chg="add mod topLvl">
          <ac:chgData name="이규빈" userId="b9d40a19-df1b-458f-86df-cd2cb0ed7b78" providerId="ADAL" clId="{C2EDD66D-DBE8-4BE9-ACBD-F3D6BC7B5612}" dt="2024-05-17T08:50:35.921" v="2814" actId="164"/>
          <ac:picMkLst>
            <pc:docMk/>
            <pc:sldMk cId="57252044" sldId="291"/>
            <ac:picMk id="21" creationId="{3B5895DE-7097-8E29-B5A0-4F05E07D3EEA}"/>
          </ac:picMkLst>
        </pc:picChg>
        <pc:picChg chg="add del mod">
          <ac:chgData name="이규빈" userId="b9d40a19-df1b-458f-86df-cd2cb0ed7b78" providerId="ADAL" clId="{C2EDD66D-DBE8-4BE9-ACBD-F3D6BC7B5612}" dt="2024-05-17T09:06:45.103" v="2914" actId="478"/>
          <ac:picMkLst>
            <pc:docMk/>
            <pc:sldMk cId="57252044" sldId="291"/>
            <ac:picMk id="74" creationId="{D306D245-E9B9-6CDA-B6B0-62B263B2604E}"/>
          </ac:picMkLst>
        </pc:pic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75" creationId="{5E3C6F7B-B22A-B785-81B9-EB06C23BE501}"/>
          </ac:cxnSpMkLst>
        </pc:cxn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80" creationId="{C5A5E722-EB08-7027-4741-8E89F4014CE4}"/>
          </ac:cxnSpMkLst>
        </pc:cxn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83" creationId="{E5BE0529-BDFA-8558-A4EB-92BEB634EB9B}"/>
          </ac:cxnSpMkLst>
        </pc:cxn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86" creationId="{A8D457E0-E3DD-0E99-4945-6898C28A815C}"/>
          </ac:cxnSpMkLst>
        </pc:cxnChg>
        <pc:cxnChg chg="add mod">
          <ac:chgData name="이규빈" userId="b9d40a19-df1b-458f-86df-cd2cb0ed7b78" providerId="ADAL" clId="{C2EDD66D-DBE8-4BE9-ACBD-F3D6BC7B5612}" dt="2024-05-17T09:10:40.061" v="2992"/>
          <ac:cxnSpMkLst>
            <pc:docMk/>
            <pc:sldMk cId="57252044" sldId="291"/>
            <ac:cxnSpMk id="88" creationId="{B2386F86-7980-4A1E-CBB5-29EC925436F5}"/>
          </ac:cxnSpMkLst>
        </pc:cxnChg>
        <pc:cxnChg chg="add mod">
          <ac:chgData name="이규빈" userId="b9d40a19-df1b-458f-86df-cd2cb0ed7b78" providerId="ADAL" clId="{C2EDD66D-DBE8-4BE9-ACBD-F3D6BC7B5612}" dt="2024-05-17T09:10:40.061" v="2992"/>
          <ac:cxnSpMkLst>
            <pc:docMk/>
            <pc:sldMk cId="57252044" sldId="291"/>
            <ac:cxnSpMk id="91" creationId="{880F93F2-C432-DD1A-5204-0CBF5CDA5B1F}"/>
          </ac:cxnSpMkLst>
        </pc:cxn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93" creationId="{9630037A-7A20-3E30-9304-1CCEB9DD9971}"/>
          </ac:cxnSpMkLst>
        </pc:cxnChg>
        <pc:cxnChg chg="add mod">
          <ac:chgData name="이규빈" userId="b9d40a19-df1b-458f-86df-cd2cb0ed7b78" providerId="ADAL" clId="{C2EDD66D-DBE8-4BE9-ACBD-F3D6BC7B5612}" dt="2024-05-17T09:26:27.488" v="3016" actId="1036"/>
          <ac:cxnSpMkLst>
            <pc:docMk/>
            <pc:sldMk cId="57252044" sldId="291"/>
            <ac:cxnSpMk id="96" creationId="{94125155-8E31-9C7B-4180-C2CA30D787E1}"/>
          </ac:cxnSpMkLst>
        </pc:cxnChg>
      </pc:sldChg>
      <pc:sldChg chg="addSp delSp modSp new mod">
        <pc:chgData name="이규빈" userId="b9d40a19-df1b-458f-86df-cd2cb0ed7b78" providerId="ADAL" clId="{C2EDD66D-DBE8-4BE9-ACBD-F3D6BC7B5612}" dt="2024-05-19T13:16:00.034" v="3825" actId="1038"/>
        <pc:sldMkLst>
          <pc:docMk/>
          <pc:sldMk cId="1847816392" sldId="292"/>
        </pc:sldMkLst>
        <pc:spChg chg="del">
          <ac:chgData name="이규빈" userId="b9d40a19-df1b-458f-86df-cd2cb0ed7b78" providerId="ADAL" clId="{C2EDD66D-DBE8-4BE9-ACBD-F3D6BC7B5612}" dt="2024-05-18T08:50:51.556" v="3478" actId="478"/>
          <ac:spMkLst>
            <pc:docMk/>
            <pc:sldMk cId="1847816392" sldId="292"/>
            <ac:spMk id="2" creationId="{8B8D3941-890C-EBD4-C227-9161D5D392BB}"/>
          </ac:spMkLst>
        </pc:spChg>
        <pc:spChg chg="del">
          <ac:chgData name="이규빈" userId="b9d40a19-df1b-458f-86df-cd2cb0ed7b78" providerId="ADAL" clId="{C2EDD66D-DBE8-4BE9-ACBD-F3D6BC7B5612}" dt="2024-05-18T08:50:51.556" v="3478" actId="478"/>
          <ac:spMkLst>
            <pc:docMk/>
            <pc:sldMk cId="1847816392" sldId="292"/>
            <ac:spMk id="3" creationId="{FFCD5595-452C-EA1B-2379-5BF84213363F}"/>
          </ac:spMkLst>
        </pc:spChg>
        <pc:spChg chg="add mod ord">
          <ac:chgData name="이규빈" userId="b9d40a19-df1b-458f-86df-cd2cb0ed7b78" providerId="ADAL" clId="{C2EDD66D-DBE8-4BE9-ACBD-F3D6BC7B5612}" dt="2024-05-19T13:15:44.332" v="3818" actId="164"/>
          <ac:spMkLst>
            <pc:docMk/>
            <pc:sldMk cId="1847816392" sldId="292"/>
            <ac:spMk id="8" creationId="{529C9917-A2A5-5CDF-58E0-DC9E66DA72F7}"/>
          </ac:spMkLst>
        </pc:spChg>
        <pc:spChg chg="add mod">
          <ac:chgData name="이규빈" userId="b9d40a19-df1b-458f-86df-cd2cb0ed7b78" providerId="ADAL" clId="{C2EDD66D-DBE8-4BE9-ACBD-F3D6BC7B5612}" dt="2024-05-19T13:15:44.332" v="3818" actId="164"/>
          <ac:spMkLst>
            <pc:docMk/>
            <pc:sldMk cId="1847816392" sldId="292"/>
            <ac:spMk id="9" creationId="{CEEB750B-02FD-2DAA-1549-B74C0AEC4C1F}"/>
          </ac:spMkLst>
        </pc:spChg>
        <pc:spChg chg="add del">
          <ac:chgData name="이규빈" userId="b9d40a19-df1b-458f-86df-cd2cb0ed7b78" providerId="ADAL" clId="{C2EDD66D-DBE8-4BE9-ACBD-F3D6BC7B5612}" dt="2024-05-18T09:15:39.698" v="3522" actId="478"/>
          <ac:spMkLst>
            <pc:docMk/>
            <pc:sldMk cId="1847816392" sldId="292"/>
            <ac:spMk id="12" creationId="{C9F74517-6905-18B1-022E-1568FA159ED3}"/>
          </ac:spMkLst>
        </pc:spChg>
        <pc:spChg chg="add del mod">
          <ac:chgData name="이규빈" userId="b9d40a19-df1b-458f-86df-cd2cb0ed7b78" providerId="ADAL" clId="{C2EDD66D-DBE8-4BE9-ACBD-F3D6BC7B5612}" dt="2024-05-18T09:15:39.698" v="3522" actId="478"/>
          <ac:spMkLst>
            <pc:docMk/>
            <pc:sldMk cId="1847816392" sldId="292"/>
            <ac:spMk id="13" creationId="{1C8C4F66-E6D9-5F6E-AA57-9075AD87657C}"/>
          </ac:spMkLst>
        </pc:spChg>
        <pc:spChg chg="mod">
          <ac:chgData name="이규빈" userId="b9d40a19-df1b-458f-86df-cd2cb0ed7b78" providerId="ADAL" clId="{C2EDD66D-DBE8-4BE9-ACBD-F3D6BC7B5612}" dt="2024-05-19T13:15:50.761" v="3820" actId="571"/>
          <ac:spMkLst>
            <pc:docMk/>
            <pc:sldMk cId="1847816392" sldId="292"/>
            <ac:spMk id="13" creationId="{986AD484-FD9F-9945-4F37-2AE199C8F4EE}"/>
          </ac:spMkLst>
        </pc:spChg>
        <pc:spChg chg="add del mod">
          <ac:chgData name="이규빈" userId="b9d40a19-df1b-458f-86df-cd2cb0ed7b78" providerId="ADAL" clId="{C2EDD66D-DBE8-4BE9-ACBD-F3D6BC7B5612}" dt="2024-05-18T09:15:55.994" v="3529" actId="478"/>
          <ac:spMkLst>
            <pc:docMk/>
            <pc:sldMk cId="1847816392" sldId="292"/>
            <ac:spMk id="14" creationId="{4B2EF47C-8DEE-F139-7B24-FBCBB1A17E5A}"/>
          </ac:spMkLst>
        </pc:spChg>
        <pc:spChg chg="add mod">
          <ac:chgData name="이규빈" userId="b9d40a19-df1b-458f-86df-cd2cb0ed7b78" providerId="ADAL" clId="{C2EDD66D-DBE8-4BE9-ACBD-F3D6BC7B5612}" dt="2024-05-18T09:18:33.226" v="3614" actId="1036"/>
          <ac:spMkLst>
            <pc:docMk/>
            <pc:sldMk cId="1847816392" sldId="292"/>
            <ac:spMk id="15" creationId="{E3A8EAEE-DBC5-556D-B310-122ED3D3D509}"/>
          </ac:spMkLst>
        </pc:spChg>
        <pc:spChg chg="add mod">
          <ac:chgData name="이규빈" userId="b9d40a19-df1b-458f-86df-cd2cb0ed7b78" providerId="ADAL" clId="{C2EDD66D-DBE8-4BE9-ACBD-F3D6BC7B5612}" dt="2024-05-18T09:18:33.226" v="3614" actId="1036"/>
          <ac:spMkLst>
            <pc:docMk/>
            <pc:sldMk cId="1847816392" sldId="292"/>
            <ac:spMk id="16" creationId="{7FB4AD85-60EA-9CEA-99DC-9D7F36243FDA}"/>
          </ac:spMkLst>
        </pc:spChg>
        <pc:spChg chg="mod">
          <ac:chgData name="이규빈" userId="b9d40a19-df1b-458f-86df-cd2cb0ed7b78" providerId="ADAL" clId="{C2EDD66D-DBE8-4BE9-ACBD-F3D6BC7B5612}" dt="2024-05-19T13:15:50.761" v="3820" actId="571"/>
          <ac:spMkLst>
            <pc:docMk/>
            <pc:sldMk cId="1847816392" sldId="292"/>
            <ac:spMk id="17" creationId="{E3CFB273-DA94-F5B2-8A9E-4B7EFF7F7354}"/>
          </ac:spMkLst>
        </pc:spChg>
        <pc:spChg chg="add del mod">
          <ac:chgData name="이규빈" userId="b9d40a19-df1b-458f-86df-cd2cb0ed7b78" providerId="ADAL" clId="{C2EDD66D-DBE8-4BE9-ACBD-F3D6BC7B5612}" dt="2024-05-18T09:17:58.754" v="3574" actId="478"/>
          <ac:spMkLst>
            <pc:docMk/>
            <pc:sldMk cId="1847816392" sldId="292"/>
            <ac:spMk id="17" creationId="{FDC0BE02-4F87-67D5-92AC-AA59D67A5946}"/>
          </ac:spMkLst>
        </pc:spChg>
        <pc:spChg chg="add del mod">
          <ac:chgData name="이규빈" userId="b9d40a19-df1b-458f-86df-cd2cb0ed7b78" providerId="ADAL" clId="{C2EDD66D-DBE8-4BE9-ACBD-F3D6BC7B5612}" dt="2024-05-18T09:17:58.377" v="3573" actId="478"/>
          <ac:spMkLst>
            <pc:docMk/>
            <pc:sldMk cId="1847816392" sldId="292"/>
            <ac:spMk id="18" creationId="{9B4AD81B-DD94-D542-9C7C-41EAFFE411C0}"/>
          </ac:spMkLst>
        </pc:spChg>
        <pc:spChg chg="mod">
          <ac:chgData name="이규빈" userId="b9d40a19-df1b-458f-86df-cd2cb0ed7b78" providerId="ADAL" clId="{C2EDD66D-DBE8-4BE9-ACBD-F3D6BC7B5612}" dt="2024-05-19T13:15:50.761" v="3820" actId="571"/>
          <ac:spMkLst>
            <pc:docMk/>
            <pc:sldMk cId="1847816392" sldId="292"/>
            <ac:spMk id="18" creationId="{C1826C5F-DAF7-B013-8D0A-8EFE02514FE4}"/>
          </ac:spMkLst>
        </pc:spChg>
        <pc:spChg chg="add del">
          <ac:chgData name="이규빈" userId="b9d40a19-df1b-458f-86df-cd2cb0ed7b78" providerId="ADAL" clId="{C2EDD66D-DBE8-4BE9-ACBD-F3D6BC7B5612}" dt="2024-05-18T09:18:13.322" v="3594" actId="478"/>
          <ac:spMkLst>
            <pc:docMk/>
            <pc:sldMk cId="1847816392" sldId="292"/>
            <ac:spMk id="19" creationId="{4BAC9FCE-D611-9DD3-6DFB-5C64759E09EA}"/>
          </ac:spMkLst>
        </pc:spChg>
        <pc:spChg chg="add del mod">
          <ac:chgData name="이규빈" userId="b9d40a19-df1b-458f-86df-cd2cb0ed7b78" providerId="ADAL" clId="{C2EDD66D-DBE8-4BE9-ACBD-F3D6BC7B5612}" dt="2024-05-18T09:18:12.842" v="3593" actId="478"/>
          <ac:spMkLst>
            <pc:docMk/>
            <pc:sldMk cId="1847816392" sldId="292"/>
            <ac:spMk id="20" creationId="{CED0F44F-36CE-EA42-DF15-AB6BA115E410}"/>
          </ac:spMkLst>
        </pc:spChg>
        <pc:spChg chg="add del">
          <ac:chgData name="이규빈" userId="b9d40a19-df1b-458f-86df-cd2cb0ed7b78" providerId="ADAL" clId="{C2EDD66D-DBE8-4BE9-ACBD-F3D6BC7B5612}" dt="2024-05-18T09:18:47.058" v="3622" actId="478"/>
          <ac:spMkLst>
            <pc:docMk/>
            <pc:sldMk cId="1847816392" sldId="292"/>
            <ac:spMk id="21" creationId="{A1D8E5B0-EFD0-C4E2-47F6-745F6446919D}"/>
          </ac:spMkLst>
        </pc:spChg>
        <pc:spChg chg="add del mod">
          <ac:chgData name="이규빈" userId="b9d40a19-df1b-458f-86df-cd2cb0ed7b78" providerId="ADAL" clId="{C2EDD66D-DBE8-4BE9-ACBD-F3D6BC7B5612}" dt="2024-05-18T09:18:48.586" v="3623" actId="478"/>
          <ac:spMkLst>
            <pc:docMk/>
            <pc:sldMk cId="1847816392" sldId="292"/>
            <ac:spMk id="22" creationId="{A4DD002E-8533-6C9F-1DF0-8EABDEE1E3E6}"/>
          </ac:spMkLst>
        </pc:spChg>
        <pc:spChg chg="add mod">
          <ac:chgData name="이규빈" userId="b9d40a19-df1b-458f-86df-cd2cb0ed7b78" providerId="ADAL" clId="{C2EDD66D-DBE8-4BE9-ACBD-F3D6BC7B5612}" dt="2024-05-19T13:15:44.332" v="3818" actId="164"/>
          <ac:spMkLst>
            <pc:docMk/>
            <pc:sldMk cId="1847816392" sldId="292"/>
            <ac:spMk id="23" creationId="{21F47043-A8C8-C4BF-00F5-0652B763F5E3}"/>
          </ac:spMkLst>
        </pc:spChg>
        <pc:spChg chg="add mod">
          <ac:chgData name="이규빈" userId="b9d40a19-df1b-458f-86df-cd2cb0ed7b78" providerId="ADAL" clId="{C2EDD66D-DBE8-4BE9-ACBD-F3D6BC7B5612}" dt="2024-05-18T09:21:10.691" v="3629" actId="571"/>
          <ac:spMkLst>
            <pc:docMk/>
            <pc:sldMk cId="1847816392" sldId="292"/>
            <ac:spMk id="24" creationId="{A7DCB9ED-D898-583C-E485-4175B151D657}"/>
          </ac:spMkLst>
        </pc:spChg>
        <pc:grpChg chg="add mod">
          <ac:chgData name="이규빈" userId="b9d40a19-df1b-458f-86df-cd2cb0ed7b78" providerId="ADAL" clId="{C2EDD66D-DBE8-4BE9-ACBD-F3D6BC7B5612}" dt="2024-05-19T13:15:44.332" v="3818" actId="164"/>
          <ac:grpSpMkLst>
            <pc:docMk/>
            <pc:sldMk cId="1847816392" sldId="292"/>
            <ac:grpSpMk id="3" creationId="{DC1ADFCD-A8B8-C3C0-F705-5D085CDE1F10}"/>
          </ac:grpSpMkLst>
        </pc:grpChg>
        <pc:grpChg chg="add del mod">
          <ac:chgData name="이규빈" userId="b9d40a19-df1b-458f-86df-cd2cb0ed7b78" providerId="ADAL" clId="{C2EDD66D-DBE8-4BE9-ACBD-F3D6BC7B5612}" dt="2024-05-19T13:15:45.465" v="3819" actId="478"/>
          <ac:grpSpMkLst>
            <pc:docMk/>
            <pc:sldMk cId="1847816392" sldId="292"/>
            <ac:grpSpMk id="4" creationId="{61341D83-A58A-51C6-FCB5-0E3743442084}"/>
          </ac:grpSpMkLst>
        </pc:grpChg>
        <pc:grpChg chg="add mod">
          <ac:chgData name="이규빈" userId="b9d40a19-df1b-458f-86df-cd2cb0ed7b78" providerId="ADAL" clId="{C2EDD66D-DBE8-4BE9-ACBD-F3D6BC7B5612}" dt="2024-05-19T13:15:44.332" v="3818" actId="164"/>
          <ac:grpSpMkLst>
            <pc:docMk/>
            <pc:sldMk cId="1847816392" sldId="292"/>
            <ac:grpSpMk id="10" creationId="{37C06236-F117-3B15-DDB1-D057C72F2B36}"/>
          </ac:grpSpMkLst>
        </pc:grpChg>
        <pc:grpChg chg="add mod">
          <ac:chgData name="이규빈" userId="b9d40a19-df1b-458f-86df-cd2cb0ed7b78" providerId="ADAL" clId="{C2EDD66D-DBE8-4BE9-ACBD-F3D6BC7B5612}" dt="2024-05-19T13:16:00.034" v="3825" actId="1038"/>
          <ac:grpSpMkLst>
            <pc:docMk/>
            <pc:sldMk cId="1847816392" sldId="292"/>
            <ac:grpSpMk id="12" creationId="{7F881120-9EF0-22BF-BD94-8FBA1AB7EBE6}"/>
          </ac:grpSpMkLst>
        </pc:grpChg>
        <pc:grpChg chg="mod">
          <ac:chgData name="이규빈" userId="b9d40a19-df1b-458f-86df-cd2cb0ed7b78" providerId="ADAL" clId="{C2EDD66D-DBE8-4BE9-ACBD-F3D6BC7B5612}" dt="2024-05-19T13:15:50.761" v="3820" actId="571"/>
          <ac:grpSpMkLst>
            <pc:docMk/>
            <pc:sldMk cId="1847816392" sldId="292"/>
            <ac:grpSpMk id="14" creationId="{690EB141-8C99-684E-5B6C-63D5F9B84DBE}"/>
          </ac:grpSpMkLst>
        </pc:grpChg>
        <pc:picChg chg="add mod modCrop">
          <ac:chgData name="이규빈" userId="b9d40a19-df1b-458f-86df-cd2cb0ed7b78" providerId="ADAL" clId="{C2EDD66D-DBE8-4BE9-ACBD-F3D6BC7B5612}" dt="2024-05-19T13:13:22.552" v="3746" actId="164"/>
          <ac:picMkLst>
            <pc:docMk/>
            <pc:sldMk cId="1847816392" sldId="292"/>
            <ac:picMk id="2" creationId="{B5CBFC30-B584-849C-CAC6-43022C2D7336}"/>
          </ac:picMkLst>
        </pc:picChg>
        <pc:picChg chg="add mod">
          <ac:chgData name="이규빈" userId="b9d40a19-df1b-458f-86df-cd2cb0ed7b78" providerId="ADAL" clId="{C2EDD66D-DBE8-4BE9-ACBD-F3D6BC7B5612}" dt="2024-05-18T09:17:56.474" v="3572" actId="1035"/>
          <ac:picMkLst>
            <pc:docMk/>
            <pc:sldMk cId="1847816392" sldId="292"/>
            <ac:picMk id="5" creationId="{79E9E2CB-F1EF-6BA6-2172-482095711877}"/>
          </ac:picMkLst>
        </pc:picChg>
        <pc:picChg chg="mod">
          <ac:chgData name="이규빈" userId="b9d40a19-df1b-458f-86df-cd2cb0ed7b78" providerId="ADAL" clId="{C2EDD66D-DBE8-4BE9-ACBD-F3D6BC7B5612}" dt="2024-05-19T13:13:33.007" v="3749" actId="571"/>
          <ac:picMkLst>
            <pc:docMk/>
            <pc:sldMk cId="1847816392" sldId="292"/>
            <ac:picMk id="6" creationId="{0058CE54-831C-5360-57A0-ABAC4A7028DD}"/>
          </ac:picMkLst>
        </pc:picChg>
        <pc:picChg chg="mod">
          <ac:chgData name="이규빈" userId="b9d40a19-df1b-458f-86df-cd2cb0ed7b78" providerId="ADAL" clId="{C2EDD66D-DBE8-4BE9-ACBD-F3D6BC7B5612}" dt="2024-05-19T13:13:33.007" v="3749" actId="571"/>
          <ac:picMkLst>
            <pc:docMk/>
            <pc:sldMk cId="1847816392" sldId="292"/>
            <ac:picMk id="7" creationId="{AE00FF96-1A00-37E3-633D-123B1C9B83B2}"/>
          </ac:picMkLst>
        </pc:picChg>
        <pc:picChg chg="add del mod">
          <ac:chgData name="이규빈" userId="b9d40a19-df1b-458f-86df-cd2cb0ed7b78" providerId="ADAL" clId="{C2EDD66D-DBE8-4BE9-ACBD-F3D6BC7B5612}" dt="2024-05-18T09:13:53.993" v="3505" actId="478"/>
          <ac:picMkLst>
            <pc:docMk/>
            <pc:sldMk cId="1847816392" sldId="292"/>
            <ac:picMk id="7" creationId="{CC2BD1F5-ADF5-346D-C4B2-699218FCFBC9}"/>
          </ac:picMkLst>
        </pc:picChg>
        <pc:picChg chg="add del mod">
          <ac:chgData name="이규빈" userId="b9d40a19-df1b-458f-86df-cd2cb0ed7b78" providerId="ADAL" clId="{C2EDD66D-DBE8-4BE9-ACBD-F3D6BC7B5612}" dt="2024-05-18T09:13:53.505" v="3504" actId="478"/>
          <ac:picMkLst>
            <pc:docMk/>
            <pc:sldMk cId="1847816392" sldId="292"/>
            <ac:picMk id="9" creationId="{3276B6B4-5DD1-8285-3DDE-FFD8FBF39949}"/>
          </ac:picMkLst>
        </pc:picChg>
        <pc:picChg chg="add mod">
          <ac:chgData name="이규빈" userId="b9d40a19-df1b-458f-86df-cd2cb0ed7b78" providerId="ADAL" clId="{C2EDD66D-DBE8-4BE9-ACBD-F3D6BC7B5612}" dt="2024-05-18T09:17:18.090" v="3561" actId="1038"/>
          <ac:picMkLst>
            <pc:docMk/>
            <pc:sldMk cId="1847816392" sldId="292"/>
            <ac:picMk id="11" creationId="{78C2F3D3-ABF7-CCEA-767D-C40D3BF12A77}"/>
          </ac:picMkLst>
        </pc:picChg>
        <pc:picChg chg="mod">
          <ac:chgData name="이규빈" userId="b9d40a19-df1b-458f-86df-cd2cb0ed7b78" providerId="ADAL" clId="{C2EDD66D-DBE8-4BE9-ACBD-F3D6BC7B5612}" dt="2024-05-19T13:15:50.761" v="3820" actId="571"/>
          <ac:picMkLst>
            <pc:docMk/>
            <pc:sldMk cId="1847816392" sldId="292"/>
            <ac:picMk id="19" creationId="{EDAFEC17-E0C0-0FFD-979D-86E866C1AC0A}"/>
          </ac:picMkLst>
        </pc:picChg>
        <pc:picChg chg="mod">
          <ac:chgData name="이규빈" userId="b9d40a19-df1b-458f-86df-cd2cb0ed7b78" providerId="ADAL" clId="{C2EDD66D-DBE8-4BE9-ACBD-F3D6BC7B5612}" dt="2024-05-19T13:15:50.761" v="3820" actId="571"/>
          <ac:picMkLst>
            <pc:docMk/>
            <pc:sldMk cId="1847816392" sldId="292"/>
            <ac:picMk id="20" creationId="{A7C1A5D8-CE0C-8CD6-C64A-D1F377E55BFB}"/>
          </ac:picMkLst>
        </pc:picChg>
        <pc:picChg chg="add del mod modCrop">
          <ac:chgData name="이규빈" userId="b9d40a19-df1b-458f-86df-cd2cb0ed7b78" providerId="ADAL" clId="{C2EDD66D-DBE8-4BE9-ACBD-F3D6BC7B5612}" dt="2024-05-19T13:13:26.871" v="3748" actId="478"/>
          <ac:picMkLst>
            <pc:docMk/>
            <pc:sldMk cId="1847816392" sldId="292"/>
            <ac:picMk id="25" creationId="{24212F15-B7C1-B0FB-F0AC-12313A8958D6}"/>
          </ac:picMkLst>
        </pc:picChg>
        <pc:picChg chg="add mod modCrop">
          <ac:chgData name="이규빈" userId="b9d40a19-df1b-458f-86df-cd2cb0ed7b78" providerId="ADAL" clId="{C2EDD66D-DBE8-4BE9-ACBD-F3D6BC7B5612}" dt="2024-05-19T13:13:22.552" v="3746" actId="164"/>
          <ac:picMkLst>
            <pc:docMk/>
            <pc:sldMk cId="1847816392" sldId="292"/>
            <ac:picMk id="26" creationId="{84B11EDC-50ED-B788-826B-2AC30E95DB14}"/>
          </ac:picMkLst>
        </pc:picChg>
        <pc:picChg chg="add del mod modCrop">
          <ac:chgData name="이규빈" userId="b9d40a19-df1b-458f-86df-cd2cb0ed7b78" providerId="ADAL" clId="{C2EDD66D-DBE8-4BE9-ACBD-F3D6BC7B5612}" dt="2024-05-18T09:27:30.931" v="3705" actId="478"/>
          <ac:picMkLst>
            <pc:docMk/>
            <pc:sldMk cId="1847816392" sldId="292"/>
            <ac:picMk id="28" creationId="{41947976-7736-2499-968F-81C1DE989441}"/>
          </ac:picMkLst>
        </pc:picChg>
        <pc:picChg chg="add mod">
          <ac:chgData name="이규빈" userId="b9d40a19-df1b-458f-86df-cd2cb0ed7b78" providerId="ADAL" clId="{C2EDD66D-DBE8-4BE9-ACBD-F3D6BC7B5612}" dt="2024-05-18T09:26:49.330" v="3685" actId="1038"/>
          <ac:picMkLst>
            <pc:docMk/>
            <pc:sldMk cId="1847816392" sldId="292"/>
            <ac:picMk id="29" creationId="{B743E41B-7825-8D63-AE90-9110CCC1957F}"/>
          </ac:picMkLst>
        </pc:picChg>
        <pc:picChg chg="add mod">
          <ac:chgData name="이규빈" userId="b9d40a19-df1b-458f-86df-cd2cb0ed7b78" providerId="ADAL" clId="{C2EDD66D-DBE8-4BE9-ACBD-F3D6BC7B5612}" dt="2024-05-18T09:27:23.114" v="3703" actId="1038"/>
          <ac:picMkLst>
            <pc:docMk/>
            <pc:sldMk cId="1847816392" sldId="292"/>
            <ac:picMk id="30" creationId="{08931F2F-9526-2EFC-E9D5-F3ECC0BA9098}"/>
          </ac:picMkLst>
        </pc:picChg>
        <pc:picChg chg="add del mod modCrop">
          <ac:chgData name="이규빈" userId="b9d40a19-df1b-458f-86df-cd2cb0ed7b78" providerId="ADAL" clId="{C2EDD66D-DBE8-4BE9-ACBD-F3D6BC7B5612}" dt="2024-05-18T09:27:24.490" v="3704" actId="478"/>
          <ac:picMkLst>
            <pc:docMk/>
            <pc:sldMk cId="1847816392" sldId="292"/>
            <ac:picMk id="31" creationId="{5B1B8AD3-FEE1-422C-BBFC-FE6668484DA9}"/>
          </ac:picMkLst>
        </pc:picChg>
      </pc:sldChg>
      <pc:sldChg chg="addSp delSp modSp add mod">
        <pc:chgData name="이규빈" userId="b9d40a19-df1b-458f-86df-cd2cb0ed7b78" providerId="ADAL" clId="{C2EDD66D-DBE8-4BE9-ACBD-F3D6BC7B5612}" dt="2024-05-19T13:04:55.569" v="3741" actId="478"/>
        <pc:sldMkLst>
          <pc:docMk/>
          <pc:sldMk cId="3512510719" sldId="293"/>
        </pc:sldMkLst>
        <pc:spChg chg="add del mod">
          <ac:chgData name="이규빈" userId="b9d40a19-df1b-458f-86df-cd2cb0ed7b78" providerId="ADAL" clId="{C2EDD66D-DBE8-4BE9-ACBD-F3D6BC7B5612}" dt="2024-05-19T13:04:55.569" v="3741" actId="478"/>
          <ac:spMkLst>
            <pc:docMk/>
            <pc:sldMk cId="3512510719" sldId="293"/>
            <ac:spMk id="7" creationId="{99A77689-988C-2045-ADB0-933CB167E8B8}"/>
          </ac:spMkLst>
        </pc:spChg>
        <pc:spChg chg="add del mod">
          <ac:chgData name="이규빈" userId="b9d40a19-df1b-458f-86df-cd2cb0ed7b78" providerId="ADAL" clId="{C2EDD66D-DBE8-4BE9-ACBD-F3D6BC7B5612}" dt="2024-05-19T13:04:54.410" v="3740" actId="478"/>
          <ac:spMkLst>
            <pc:docMk/>
            <pc:sldMk cId="3512510719" sldId="293"/>
            <ac:spMk id="8" creationId="{F2C672AD-1F3F-49FA-A678-42BDE5F8443C}"/>
          </ac:spMkLst>
        </pc:spChg>
        <pc:spChg chg="ord">
          <ac:chgData name="이규빈" userId="b9d40a19-df1b-458f-86df-cd2cb0ed7b78" providerId="ADAL" clId="{C2EDD66D-DBE8-4BE9-ACBD-F3D6BC7B5612}" dt="2024-05-19T13:04:42.917" v="3734" actId="166"/>
          <ac:spMkLst>
            <pc:docMk/>
            <pc:sldMk cId="3512510719" sldId="293"/>
            <ac:spMk id="15" creationId="{E3A8EAEE-DBC5-556D-B310-122ED3D3D509}"/>
          </ac:spMkLst>
        </pc:spChg>
        <pc:spChg chg="ord">
          <ac:chgData name="이규빈" userId="b9d40a19-df1b-458f-86df-cd2cb0ed7b78" providerId="ADAL" clId="{C2EDD66D-DBE8-4BE9-ACBD-F3D6BC7B5612}" dt="2024-05-19T13:04:08.590" v="3724" actId="166"/>
          <ac:spMkLst>
            <pc:docMk/>
            <pc:sldMk cId="3512510719" sldId="293"/>
            <ac:spMk id="16" creationId="{7FB4AD85-60EA-9CEA-99DC-9D7F36243FDA}"/>
          </ac:spMkLst>
        </pc:spChg>
        <pc:picChg chg="add mod">
          <ac:chgData name="이규빈" userId="b9d40a19-df1b-458f-86df-cd2cb0ed7b78" providerId="ADAL" clId="{C2EDD66D-DBE8-4BE9-ACBD-F3D6BC7B5612}" dt="2024-05-19T13:04:05.040" v="3723" actId="1076"/>
          <ac:picMkLst>
            <pc:docMk/>
            <pc:sldMk cId="3512510719" sldId="293"/>
            <ac:picMk id="3" creationId="{918B99F9-0E46-E16A-CB38-D9288EE47459}"/>
          </ac:picMkLst>
        </pc:picChg>
        <pc:picChg chg="add mod">
          <ac:chgData name="이규빈" userId="b9d40a19-df1b-458f-86df-cd2cb0ed7b78" providerId="ADAL" clId="{C2EDD66D-DBE8-4BE9-ACBD-F3D6BC7B5612}" dt="2024-05-19T13:04:36.168" v="3733" actId="1076"/>
          <ac:picMkLst>
            <pc:docMk/>
            <pc:sldMk cId="3512510719" sldId="293"/>
            <ac:picMk id="6" creationId="{2B04D798-A291-CFED-C437-C701A84A443D}"/>
          </ac:picMkLst>
        </pc:picChg>
      </pc:sldChg>
      <pc:sldChg chg="addSp delSp modSp new mod">
        <pc:chgData name="이규빈" userId="b9d40a19-df1b-458f-86df-cd2cb0ed7b78" providerId="ADAL" clId="{C2EDD66D-DBE8-4BE9-ACBD-F3D6BC7B5612}" dt="2024-05-26T10:36:58.199" v="4571" actId="552"/>
        <pc:sldMkLst>
          <pc:docMk/>
          <pc:sldMk cId="3778970908" sldId="294"/>
        </pc:sldMkLst>
        <pc:spChg chg="del">
          <ac:chgData name="이규빈" userId="b9d40a19-df1b-458f-86df-cd2cb0ed7b78" providerId="ADAL" clId="{C2EDD66D-DBE8-4BE9-ACBD-F3D6BC7B5612}" dt="2024-05-20T00:39:33.399" v="3827" actId="478"/>
          <ac:spMkLst>
            <pc:docMk/>
            <pc:sldMk cId="3778970908" sldId="294"/>
            <ac:spMk id="2" creationId="{3A131763-328C-AA75-E4FE-CC9B616D6012}"/>
          </ac:spMkLst>
        </pc:spChg>
        <pc:spChg chg="add del mod">
          <ac:chgData name="이규빈" userId="b9d40a19-df1b-458f-86df-cd2cb0ed7b78" providerId="ADAL" clId="{C2EDD66D-DBE8-4BE9-ACBD-F3D6BC7B5612}" dt="2024-05-26T10:33:26.568" v="4488" actId="478"/>
          <ac:spMkLst>
            <pc:docMk/>
            <pc:sldMk cId="3778970908" sldId="294"/>
            <ac:spMk id="2" creationId="{A1C60C8E-2DA6-365C-35ED-6FF45AFDA604}"/>
          </ac:spMkLst>
        </pc:spChg>
        <pc:spChg chg="del">
          <ac:chgData name="이규빈" userId="b9d40a19-df1b-458f-86df-cd2cb0ed7b78" providerId="ADAL" clId="{C2EDD66D-DBE8-4BE9-ACBD-F3D6BC7B5612}" dt="2024-05-20T00:39:33.399" v="3827" actId="478"/>
          <ac:spMkLst>
            <pc:docMk/>
            <pc:sldMk cId="3778970908" sldId="294"/>
            <ac:spMk id="3" creationId="{DD08B6E6-DD81-628B-D426-2D0DE017FF40}"/>
          </ac:spMkLst>
        </pc:spChg>
        <pc:spChg chg="add mod ord topLvl">
          <ac:chgData name="이규빈" userId="b9d40a19-df1b-458f-86df-cd2cb0ed7b78" providerId="ADAL" clId="{C2EDD66D-DBE8-4BE9-ACBD-F3D6BC7B5612}" dt="2024-05-26T10:36:46.446" v="4568" actId="552"/>
          <ac:spMkLst>
            <pc:docMk/>
            <pc:sldMk cId="3778970908" sldId="294"/>
            <ac:spMk id="4" creationId="{99803647-5582-7101-0794-B54CEC7BE36C}"/>
          </ac:spMkLst>
        </pc:spChg>
        <pc:spChg chg="add mod ord topLvl">
          <ac:chgData name="이규빈" userId="b9d40a19-df1b-458f-86df-cd2cb0ed7b78" providerId="ADAL" clId="{C2EDD66D-DBE8-4BE9-ACBD-F3D6BC7B5612}" dt="2024-05-26T10:36:51.303" v="4569" actId="552"/>
          <ac:spMkLst>
            <pc:docMk/>
            <pc:sldMk cId="3778970908" sldId="294"/>
            <ac:spMk id="5" creationId="{15BF3FF1-1903-2A64-81E8-BC5BE0E7604C}"/>
          </ac:spMkLst>
        </pc:spChg>
        <pc:spChg chg="add mod ord topLvl">
          <ac:chgData name="이규빈" userId="b9d40a19-df1b-458f-86df-cd2cb0ed7b78" providerId="ADAL" clId="{C2EDD66D-DBE8-4BE9-ACBD-F3D6BC7B5612}" dt="2024-05-26T10:36:58.199" v="4571" actId="552"/>
          <ac:spMkLst>
            <pc:docMk/>
            <pc:sldMk cId="3778970908" sldId="294"/>
            <ac:spMk id="6" creationId="{19FFFBFE-1EBA-D3CC-162B-2931A2F32F80}"/>
          </ac:spMkLst>
        </pc:spChg>
        <pc:spChg chg="add del">
          <ac:chgData name="이규빈" userId="b9d40a19-df1b-458f-86df-cd2cb0ed7b78" providerId="ADAL" clId="{C2EDD66D-DBE8-4BE9-ACBD-F3D6BC7B5612}" dt="2024-05-20T00:43:00.882" v="3862" actId="478"/>
          <ac:spMkLst>
            <pc:docMk/>
            <pc:sldMk cId="3778970908" sldId="294"/>
            <ac:spMk id="10" creationId="{5E81A7AD-FE72-4DCE-F320-DC01049897EF}"/>
          </ac:spMkLst>
        </pc:spChg>
        <pc:spChg chg="add del mod">
          <ac:chgData name="이규빈" userId="b9d40a19-df1b-458f-86df-cd2cb0ed7b78" providerId="ADAL" clId="{C2EDD66D-DBE8-4BE9-ACBD-F3D6BC7B5612}" dt="2024-05-20T00:43:00.473" v="3861" actId="478"/>
          <ac:spMkLst>
            <pc:docMk/>
            <pc:sldMk cId="3778970908" sldId="294"/>
            <ac:spMk id="11" creationId="{8E83168F-D4A2-90C6-75A4-027506D7221A}"/>
          </ac:spMkLst>
        </pc:spChg>
        <pc:spChg chg="add del mod">
          <ac:chgData name="이규빈" userId="b9d40a19-df1b-458f-86df-cd2cb0ed7b78" providerId="ADAL" clId="{C2EDD66D-DBE8-4BE9-ACBD-F3D6BC7B5612}" dt="2024-05-26T10:36:39.704" v="4566" actId="478"/>
          <ac:spMkLst>
            <pc:docMk/>
            <pc:sldMk cId="3778970908" sldId="294"/>
            <ac:spMk id="12" creationId="{7D9A8A54-62DB-B114-DB23-1E99CFC38AD4}"/>
          </ac:spMkLst>
        </pc:spChg>
        <pc:spChg chg="add del mod">
          <ac:chgData name="이규빈" userId="b9d40a19-df1b-458f-86df-cd2cb0ed7b78" providerId="ADAL" clId="{C2EDD66D-DBE8-4BE9-ACBD-F3D6BC7B5612}" dt="2024-05-26T10:36:41.231" v="4567" actId="478"/>
          <ac:spMkLst>
            <pc:docMk/>
            <pc:sldMk cId="3778970908" sldId="294"/>
            <ac:spMk id="13" creationId="{59F6DEBE-D3FD-4AB5-576B-B8F28BFB2824}"/>
          </ac:spMkLst>
        </pc:spChg>
        <pc:spChg chg="add del mod">
          <ac:chgData name="이규빈" userId="b9d40a19-df1b-458f-86df-cd2cb0ed7b78" providerId="ADAL" clId="{C2EDD66D-DBE8-4BE9-ACBD-F3D6BC7B5612}" dt="2024-05-26T10:36:39.336" v="4565" actId="478"/>
          <ac:spMkLst>
            <pc:docMk/>
            <pc:sldMk cId="3778970908" sldId="294"/>
            <ac:spMk id="14" creationId="{35A64EC3-3182-E28E-7F9E-6E86F17B6120}"/>
          </ac:spMkLst>
        </pc:spChg>
        <pc:spChg chg="add del">
          <ac:chgData name="이규빈" userId="b9d40a19-df1b-458f-86df-cd2cb0ed7b78" providerId="ADAL" clId="{C2EDD66D-DBE8-4BE9-ACBD-F3D6BC7B5612}" dt="2024-05-20T00:46:29.764" v="3942" actId="478"/>
          <ac:spMkLst>
            <pc:docMk/>
            <pc:sldMk cId="3778970908" sldId="294"/>
            <ac:spMk id="15" creationId="{5604229C-FECE-CD0F-959A-DE732EC57261}"/>
          </ac:spMkLst>
        </pc:spChg>
        <pc:spChg chg="add del">
          <ac:chgData name="이규빈" userId="b9d40a19-df1b-458f-86df-cd2cb0ed7b78" providerId="ADAL" clId="{C2EDD66D-DBE8-4BE9-ACBD-F3D6BC7B5612}" dt="2024-05-20T00:47:50.077" v="3955" actId="478"/>
          <ac:spMkLst>
            <pc:docMk/>
            <pc:sldMk cId="3778970908" sldId="294"/>
            <ac:spMk id="18" creationId="{6069C2AC-7FE0-DF4F-9FCB-6C3007E549AE}"/>
          </ac:spMkLst>
        </pc:spChg>
        <pc:spChg chg="add del">
          <ac:chgData name="이규빈" userId="b9d40a19-df1b-458f-86df-cd2cb0ed7b78" providerId="ADAL" clId="{C2EDD66D-DBE8-4BE9-ACBD-F3D6BC7B5612}" dt="2024-05-20T00:47:40.420" v="3951" actId="478"/>
          <ac:spMkLst>
            <pc:docMk/>
            <pc:sldMk cId="3778970908" sldId="294"/>
            <ac:spMk id="19" creationId="{6598EA2C-765B-1D5D-8592-6A247BDC37F9}"/>
          </ac:spMkLst>
        </pc:spChg>
        <pc:spChg chg="add del mod">
          <ac:chgData name="이규빈" userId="b9d40a19-df1b-458f-86df-cd2cb0ed7b78" providerId="ADAL" clId="{C2EDD66D-DBE8-4BE9-ACBD-F3D6BC7B5612}" dt="2024-05-20T00:48:43.517" v="3972" actId="478"/>
          <ac:spMkLst>
            <pc:docMk/>
            <pc:sldMk cId="3778970908" sldId="294"/>
            <ac:spMk id="21" creationId="{F8792D91-D2F3-A7D3-0FC8-6EFE03E5D6ED}"/>
          </ac:spMkLst>
        </pc:spChg>
        <pc:spChg chg="add del">
          <ac:chgData name="이규빈" userId="b9d40a19-df1b-458f-86df-cd2cb0ed7b78" providerId="ADAL" clId="{C2EDD66D-DBE8-4BE9-ACBD-F3D6BC7B5612}" dt="2024-05-20T01:01:50.020" v="4014" actId="478"/>
          <ac:spMkLst>
            <pc:docMk/>
            <pc:sldMk cId="3778970908" sldId="294"/>
            <ac:spMk id="26" creationId="{2F365B49-12F6-040B-728F-CFA01609244B}"/>
          </ac:spMkLst>
        </pc:spChg>
        <pc:spChg chg="add del mod">
          <ac:chgData name="이규빈" userId="b9d40a19-df1b-458f-86df-cd2cb0ed7b78" providerId="ADAL" clId="{C2EDD66D-DBE8-4BE9-ACBD-F3D6BC7B5612}" dt="2024-05-20T01:01:49.596" v="4013" actId="478"/>
          <ac:spMkLst>
            <pc:docMk/>
            <pc:sldMk cId="3778970908" sldId="294"/>
            <ac:spMk id="27" creationId="{B7C84E77-EFEC-8812-7729-A3AE4FBCE3E0}"/>
          </ac:spMkLst>
        </pc:spChg>
        <pc:spChg chg="add del mod">
          <ac:chgData name="이규빈" userId="b9d40a19-df1b-458f-86df-cd2cb0ed7b78" providerId="ADAL" clId="{C2EDD66D-DBE8-4BE9-ACBD-F3D6BC7B5612}" dt="2024-05-20T01:02:09.788" v="4030" actId="478"/>
          <ac:spMkLst>
            <pc:docMk/>
            <pc:sldMk cId="3778970908" sldId="294"/>
            <ac:spMk id="28" creationId="{0DEA6540-E401-A007-C02A-14AD416053EF}"/>
          </ac:spMkLst>
        </pc:spChg>
        <pc:spChg chg="add del mod">
          <ac:chgData name="이규빈" userId="b9d40a19-df1b-458f-86df-cd2cb0ed7b78" providerId="ADAL" clId="{C2EDD66D-DBE8-4BE9-ACBD-F3D6BC7B5612}" dt="2024-05-20T01:02:35.084" v="4044" actId="478"/>
          <ac:spMkLst>
            <pc:docMk/>
            <pc:sldMk cId="3778970908" sldId="294"/>
            <ac:spMk id="29" creationId="{22FA3A95-CA75-2856-1038-2A516D079E21}"/>
          </ac:spMkLst>
        </pc:spChg>
        <pc:spChg chg="add mod ord">
          <ac:chgData name="이규빈" userId="b9d40a19-df1b-458f-86df-cd2cb0ed7b78" providerId="ADAL" clId="{C2EDD66D-DBE8-4BE9-ACBD-F3D6BC7B5612}" dt="2024-05-26T10:36:46.446" v="4568" actId="552"/>
          <ac:spMkLst>
            <pc:docMk/>
            <pc:sldMk cId="3778970908" sldId="294"/>
            <ac:spMk id="32" creationId="{C13F9955-868B-73BD-66F3-14BE68B72BA6}"/>
          </ac:spMkLst>
        </pc:spChg>
        <pc:spChg chg="add mod ord">
          <ac:chgData name="이규빈" userId="b9d40a19-df1b-458f-86df-cd2cb0ed7b78" providerId="ADAL" clId="{C2EDD66D-DBE8-4BE9-ACBD-F3D6BC7B5612}" dt="2024-05-26T10:36:51.303" v="4569" actId="552"/>
          <ac:spMkLst>
            <pc:docMk/>
            <pc:sldMk cId="3778970908" sldId="294"/>
            <ac:spMk id="33" creationId="{9C05D49A-B4BC-F98F-D7F0-8FD2DC4AA9D6}"/>
          </ac:spMkLst>
        </pc:spChg>
        <pc:spChg chg="add mod ord">
          <ac:chgData name="이규빈" userId="b9d40a19-df1b-458f-86df-cd2cb0ed7b78" providerId="ADAL" clId="{C2EDD66D-DBE8-4BE9-ACBD-F3D6BC7B5612}" dt="2024-05-26T10:36:58.199" v="4571" actId="552"/>
          <ac:spMkLst>
            <pc:docMk/>
            <pc:sldMk cId="3778970908" sldId="294"/>
            <ac:spMk id="34" creationId="{AC668E28-FCDC-731F-CD7E-D39425E63ADF}"/>
          </ac:spMkLst>
        </pc:spChg>
        <pc:spChg chg="add mod ord">
          <ac:chgData name="이규빈" userId="b9d40a19-df1b-458f-86df-cd2cb0ed7b78" providerId="ADAL" clId="{C2EDD66D-DBE8-4BE9-ACBD-F3D6BC7B5612}" dt="2024-05-26T10:26:32.851" v="4415" actId="1076"/>
          <ac:spMkLst>
            <pc:docMk/>
            <pc:sldMk cId="3778970908" sldId="294"/>
            <ac:spMk id="35" creationId="{D8D69C9A-E01B-6FAF-A2C9-B0B1E820B34A}"/>
          </ac:spMkLst>
        </pc:spChg>
        <pc:grpChg chg="add del mod">
          <ac:chgData name="이규빈" userId="b9d40a19-df1b-458f-86df-cd2cb0ed7b78" providerId="ADAL" clId="{C2EDD66D-DBE8-4BE9-ACBD-F3D6BC7B5612}" dt="2024-05-20T00:43:42.824" v="3865" actId="165"/>
          <ac:grpSpMkLst>
            <pc:docMk/>
            <pc:sldMk cId="3778970908" sldId="294"/>
            <ac:grpSpMk id="12" creationId="{E50B0AAC-9AFC-888F-712E-D49BD1FD92A6}"/>
          </ac:grpSpMkLst>
        </pc:grpChg>
        <pc:grpChg chg="add mod">
          <ac:chgData name="이규빈" userId="b9d40a19-df1b-458f-86df-cd2cb0ed7b78" providerId="ADAL" clId="{C2EDD66D-DBE8-4BE9-ACBD-F3D6BC7B5612}" dt="2024-05-20T00:46:02.583" v="3936" actId="164"/>
          <ac:grpSpMkLst>
            <pc:docMk/>
            <pc:sldMk cId="3778970908" sldId="294"/>
            <ac:grpSpMk id="13" creationId="{17633780-E255-9EF5-9836-9BA159052232}"/>
          </ac:grpSpMkLst>
        </pc:grpChg>
        <pc:grpChg chg="add del mod topLvl">
          <ac:chgData name="이규빈" userId="b9d40a19-df1b-458f-86df-cd2cb0ed7b78" providerId="ADAL" clId="{C2EDD66D-DBE8-4BE9-ACBD-F3D6BC7B5612}" dt="2024-05-20T01:03:13.019" v="4057" actId="165"/>
          <ac:grpSpMkLst>
            <pc:docMk/>
            <pc:sldMk cId="3778970908" sldId="294"/>
            <ac:grpSpMk id="14" creationId="{A0E0C62F-AE98-D1C4-BB5B-63433A696B85}"/>
          </ac:grpSpMkLst>
        </pc:grpChg>
        <pc:grpChg chg="add del mod">
          <ac:chgData name="이규빈" userId="b9d40a19-df1b-458f-86df-cd2cb0ed7b78" providerId="ADAL" clId="{C2EDD66D-DBE8-4BE9-ACBD-F3D6BC7B5612}" dt="2024-05-20T00:49:07.691" v="3984" actId="165"/>
          <ac:grpSpMkLst>
            <pc:docMk/>
            <pc:sldMk cId="3778970908" sldId="294"/>
            <ac:grpSpMk id="20" creationId="{65270495-B826-B68B-B6F3-CDB8674FE9F4}"/>
          </ac:grpSpMkLst>
        </pc:grpChg>
        <pc:grpChg chg="add del mod topLvl">
          <ac:chgData name="이규빈" userId="b9d40a19-df1b-458f-86df-cd2cb0ed7b78" providerId="ADAL" clId="{C2EDD66D-DBE8-4BE9-ACBD-F3D6BC7B5612}" dt="2024-05-20T01:03:13.019" v="4057" actId="165"/>
          <ac:grpSpMkLst>
            <pc:docMk/>
            <pc:sldMk cId="3778970908" sldId="294"/>
            <ac:grpSpMk id="30" creationId="{B5E57BE9-673E-A1F3-19B5-13BFEF01890E}"/>
          </ac:grpSpMkLst>
        </pc:grpChg>
        <pc:grpChg chg="add del mod">
          <ac:chgData name="이규빈" userId="b9d40a19-df1b-458f-86df-cd2cb0ed7b78" providerId="ADAL" clId="{C2EDD66D-DBE8-4BE9-ACBD-F3D6BC7B5612}" dt="2024-05-20T01:03:10.395" v="4056" actId="165"/>
          <ac:grpSpMkLst>
            <pc:docMk/>
            <pc:sldMk cId="3778970908" sldId="294"/>
            <ac:grpSpMk id="31" creationId="{4DC27CCE-219B-6E8D-9346-48A0918F9560}"/>
          </ac:grpSpMkLst>
        </pc:grpChg>
        <pc:picChg chg="add mod topLvl modCrop">
          <ac:chgData name="이규빈" userId="b9d40a19-df1b-458f-86df-cd2cb0ed7b78" providerId="ADAL" clId="{C2EDD66D-DBE8-4BE9-ACBD-F3D6BC7B5612}" dt="2024-05-26T10:31:08.322" v="4475" actId="732"/>
          <ac:picMkLst>
            <pc:docMk/>
            <pc:sldMk cId="3778970908" sldId="294"/>
            <ac:picMk id="7" creationId="{896F40E5-AE17-2668-FC4D-F2A5EC70A0E2}"/>
          </ac:picMkLst>
        </pc:picChg>
        <pc:picChg chg="add mod topLvl">
          <ac:chgData name="이규빈" userId="b9d40a19-df1b-458f-86df-cd2cb0ed7b78" providerId="ADAL" clId="{C2EDD66D-DBE8-4BE9-ACBD-F3D6BC7B5612}" dt="2024-05-26T10:35:44.480" v="4543" actId="1037"/>
          <ac:picMkLst>
            <pc:docMk/>
            <pc:sldMk cId="3778970908" sldId="294"/>
            <ac:picMk id="8" creationId="{29A839E6-C1F5-D722-AA45-39430F810E97}"/>
          </ac:picMkLst>
        </pc:picChg>
        <pc:picChg chg="add mod topLvl">
          <ac:chgData name="이규빈" userId="b9d40a19-df1b-458f-86df-cd2cb0ed7b78" providerId="ADAL" clId="{C2EDD66D-DBE8-4BE9-ACBD-F3D6BC7B5612}" dt="2024-05-20T01:03:13.019" v="4057" actId="165"/>
          <ac:picMkLst>
            <pc:docMk/>
            <pc:sldMk cId="3778970908" sldId="294"/>
            <ac:picMk id="9" creationId="{96957D80-B877-2CC2-15D1-87A6973BA53F}"/>
          </ac:picMkLst>
        </pc:picChg>
        <pc:picChg chg="add mod topLvl">
          <ac:chgData name="이규빈" userId="b9d40a19-df1b-458f-86df-cd2cb0ed7b78" providerId="ADAL" clId="{C2EDD66D-DBE8-4BE9-ACBD-F3D6BC7B5612}" dt="2024-05-20T01:03:13.019" v="4057" actId="165"/>
          <ac:picMkLst>
            <pc:docMk/>
            <pc:sldMk cId="3778970908" sldId="294"/>
            <ac:picMk id="16" creationId="{F61D2699-9336-9828-C887-3957EF202399}"/>
          </ac:picMkLst>
        </pc:picChg>
        <pc:picChg chg="add mod topLvl">
          <ac:chgData name="이규빈" userId="b9d40a19-df1b-458f-86df-cd2cb0ed7b78" providerId="ADAL" clId="{C2EDD66D-DBE8-4BE9-ACBD-F3D6BC7B5612}" dt="2024-05-26T10:35:44.480" v="4543" actId="1037"/>
          <ac:picMkLst>
            <pc:docMk/>
            <pc:sldMk cId="3778970908" sldId="294"/>
            <ac:picMk id="17" creationId="{87315D97-1D94-C5DF-86DC-BC265537B02D}"/>
          </ac:picMkLst>
        </pc:picChg>
        <pc:picChg chg="add del mod">
          <ac:chgData name="이규빈" userId="b9d40a19-df1b-458f-86df-cd2cb0ed7b78" providerId="ADAL" clId="{C2EDD66D-DBE8-4BE9-ACBD-F3D6BC7B5612}" dt="2024-05-20T00:59:41.978" v="3991" actId="478"/>
          <ac:picMkLst>
            <pc:docMk/>
            <pc:sldMk cId="3778970908" sldId="294"/>
            <ac:picMk id="23" creationId="{348EC538-1FBD-5D3A-621D-16D3929D6D70}"/>
          </ac:picMkLst>
        </pc:picChg>
        <pc:picChg chg="add mod topLvl">
          <ac:chgData name="이규빈" userId="b9d40a19-df1b-458f-86df-cd2cb0ed7b78" providerId="ADAL" clId="{C2EDD66D-DBE8-4BE9-ACBD-F3D6BC7B5612}" dt="2024-05-20T01:03:13.019" v="4057" actId="165"/>
          <ac:picMkLst>
            <pc:docMk/>
            <pc:sldMk cId="3778970908" sldId="294"/>
            <ac:picMk id="25" creationId="{5EDEBBFA-6623-DC64-9343-52BBF1BEC907}"/>
          </ac:picMkLst>
        </pc:picChg>
        <pc:cxnChg chg="add mod">
          <ac:chgData name="이규빈" userId="b9d40a19-df1b-458f-86df-cd2cb0ed7b78" providerId="ADAL" clId="{C2EDD66D-DBE8-4BE9-ACBD-F3D6BC7B5612}" dt="2024-05-26T10:36:19.976" v="4558" actId="1037"/>
          <ac:cxnSpMkLst>
            <pc:docMk/>
            <pc:sldMk cId="3778970908" sldId="294"/>
            <ac:cxnSpMk id="3" creationId="{3A9B09A2-3DE5-C208-24C7-4ECB465B0618}"/>
          </ac:cxnSpMkLst>
        </pc:cxnChg>
        <pc:cxnChg chg="add mod">
          <ac:chgData name="이규빈" userId="b9d40a19-df1b-458f-86df-cd2cb0ed7b78" providerId="ADAL" clId="{C2EDD66D-DBE8-4BE9-ACBD-F3D6BC7B5612}" dt="2024-05-26T10:36:19.976" v="4558" actId="1037"/>
          <ac:cxnSpMkLst>
            <pc:docMk/>
            <pc:sldMk cId="3778970908" sldId="294"/>
            <ac:cxnSpMk id="10" creationId="{B0E4EDF9-B2B5-A2D5-31F4-AE74374898E5}"/>
          </ac:cxnSpMkLst>
        </pc:cxnChg>
        <pc:cxnChg chg="add mod ord">
          <ac:chgData name="이규빈" userId="b9d40a19-df1b-458f-86df-cd2cb0ed7b78" providerId="ADAL" clId="{C2EDD66D-DBE8-4BE9-ACBD-F3D6BC7B5612}" dt="2024-05-26T10:27:41.025" v="4433" actId="1036"/>
          <ac:cxnSpMkLst>
            <pc:docMk/>
            <pc:sldMk cId="3778970908" sldId="294"/>
            <ac:cxnSpMk id="11" creationId="{F7C2DA7D-968B-0918-8B2B-6D6424197ABB}"/>
          </ac:cxnSpMkLst>
        </pc:cxnChg>
        <pc:cxnChg chg="add del mod">
          <ac:chgData name="이규빈" userId="b9d40a19-df1b-458f-86df-cd2cb0ed7b78" providerId="ADAL" clId="{C2EDD66D-DBE8-4BE9-ACBD-F3D6BC7B5612}" dt="2024-05-26T10:34:24.944" v="4518" actId="478"/>
          <ac:cxnSpMkLst>
            <pc:docMk/>
            <pc:sldMk cId="3778970908" sldId="294"/>
            <ac:cxnSpMk id="15" creationId="{9BCD07FF-8A9B-1B69-66EF-BC5043171135}"/>
          </ac:cxnSpMkLst>
        </pc:cxnChg>
        <pc:cxnChg chg="add del mod">
          <ac:chgData name="이규빈" userId="b9d40a19-df1b-458f-86df-cd2cb0ed7b78" providerId="ADAL" clId="{C2EDD66D-DBE8-4BE9-ACBD-F3D6BC7B5612}" dt="2024-05-26T10:36:38.736" v="4564" actId="478"/>
          <ac:cxnSpMkLst>
            <pc:docMk/>
            <pc:sldMk cId="3778970908" sldId="294"/>
            <ac:cxnSpMk id="18" creationId="{BC813928-49A4-948C-541B-F64F9A57F5B4}"/>
          </ac:cxnSpMkLst>
        </pc:cxnChg>
      </pc:sldChg>
      <pc:sldChg chg="addSp delSp modSp new mod">
        <pc:chgData name="이규빈" userId="b9d40a19-df1b-458f-86df-cd2cb0ed7b78" providerId="ADAL" clId="{C2EDD66D-DBE8-4BE9-ACBD-F3D6BC7B5612}" dt="2024-05-26T10:03:50.929" v="4139" actId="14100"/>
        <pc:sldMkLst>
          <pc:docMk/>
          <pc:sldMk cId="2961520873" sldId="295"/>
        </pc:sldMkLst>
        <pc:spChg chg="del">
          <ac:chgData name="이규빈" userId="b9d40a19-df1b-458f-86df-cd2cb0ed7b78" providerId="ADAL" clId="{C2EDD66D-DBE8-4BE9-ACBD-F3D6BC7B5612}" dt="2024-05-26T10:01:45.266" v="4109" actId="478"/>
          <ac:spMkLst>
            <pc:docMk/>
            <pc:sldMk cId="2961520873" sldId="295"/>
            <ac:spMk id="2" creationId="{BC0F1934-9E67-8256-31B1-462466A7B96E}"/>
          </ac:spMkLst>
        </pc:spChg>
        <pc:spChg chg="del">
          <ac:chgData name="이규빈" userId="b9d40a19-df1b-458f-86df-cd2cb0ed7b78" providerId="ADAL" clId="{C2EDD66D-DBE8-4BE9-ACBD-F3D6BC7B5612}" dt="2024-05-26T10:01:45.266" v="4109" actId="478"/>
          <ac:spMkLst>
            <pc:docMk/>
            <pc:sldMk cId="2961520873" sldId="295"/>
            <ac:spMk id="3" creationId="{965D0570-65DB-1BCA-823B-6E70259A989F}"/>
          </ac:spMkLst>
        </pc:spChg>
        <pc:grpChg chg="add mod">
          <ac:chgData name="이규빈" userId="b9d40a19-df1b-458f-86df-cd2cb0ed7b78" providerId="ADAL" clId="{C2EDD66D-DBE8-4BE9-ACBD-F3D6BC7B5612}" dt="2024-05-26T10:03:50.929" v="4139" actId="14100"/>
          <ac:grpSpMkLst>
            <pc:docMk/>
            <pc:sldMk cId="2961520873" sldId="295"/>
            <ac:grpSpMk id="7" creationId="{73E76ABD-6B98-DF87-3A6F-2377E804B0C1}"/>
          </ac:grpSpMkLst>
        </pc:grpChg>
        <pc:picChg chg="add mod ord modCrop">
          <ac:chgData name="이규빈" userId="b9d40a19-df1b-458f-86df-cd2cb0ed7b78" providerId="ADAL" clId="{C2EDD66D-DBE8-4BE9-ACBD-F3D6BC7B5612}" dt="2024-05-26T10:03:46.986" v="4138" actId="164"/>
          <ac:picMkLst>
            <pc:docMk/>
            <pc:sldMk cId="2961520873" sldId="295"/>
            <ac:picMk id="4" creationId="{BF433DF5-B250-3B9E-402B-97579FE7DD3D}"/>
          </ac:picMkLst>
        </pc:picChg>
        <pc:picChg chg="add mod modCrop">
          <ac:chgData name="이규빈" userId="b9d40a19-df1b-458f-86df-cd2cb0ed7b78" providerId="ADAL" clId="{C2EDD66D-DBE8-4BE9-ACBD-F3D6BC7B5612}" dt="2024-05-26T10:03:46.986" v="4138" actId="164"/>
          <ac:picMkLst>
            <pc:docMk/>
            <pc:sldMk cId="2961520873" sldId="295"/>
            <ac:picMk id="5" creationId="{8488E835-8401-5BE9-2237-F353A17835A4}"/>
          </ac:picMkLst>
        </pc:picChg>
        <pc:picChg chg="add mod ord">
          <ac:chgData name="이규빈" userId="b9d40a19-df1b-458f-86df-cd2cb0ed7b78" providerId="ADAL" clId="{C2EDD66D-DBE8-4BE9-ACBD-F3D6BC7B5612}" dt="2024-05-26T10:03:46.986" v="4138" actId="164"/>
          <ac:picMkLst>
            <pc:docMk/>
            <pc:sldMk cId="2961520873" sldId="295"/>
            <ac:picMk id="6" creationId="{C74017B1-DF8D-F1F4-302C-C230E6EFB693}"/>
          </ac:picMkLst>
        </pc:picChg>
      </pc:sldChg>
    </pc:docChg>
  </pc:docChgLst>
  <pc:docChgLst>
    <pc:chgData name="leegyubin@soongsil.ac.kr" userId="b9d40a19-df1b-458f-86df-cd2cb0ed7b78" providerId="ADAL" clId="{C2EDD66D-DBE8-4BE9-ACBD-F3D6BC7B5612}"/>
    <pc:docChg chg="undo redo custSel addSld delSld modSld sldOrd">
      <pc:chgData name="leegyubin@soongsil.ac.kr" userId="b9d40a19-df1b-458f-86df-cd2cb0ed7b78" providerId="ADAL" clId="{C2EDD66D-DBE8-4BE9-ACBD-F3D6BC7B5612}" dt="2024-05-16T16:19:02.541" v="5972" actId="1076"/>
      <pc:docMkLst>
        <pc:docMk/>
      </pc:docMkLst>
      <pc:sldChg chg="modSp add del mod">
        <pc:chgData name="leegyubin@soongsil.ac.kr" userId="b9d40a19-df1b-458f-86df-cd2cb0ed7b78" providerId="ADAL" clId="{C2EDD66D-DBE8-4BE9-ACBD-F3D6BC7B5612}" dt="2024-05-16T12:45:51.162" v="5813" actId="208"/>
        <pc:sldMkLst>
          <pc:docMk/>
          <pc:sldMk cId="2038460281" sldId="258"/>
        </pc:sldMkLst>
        <pc:spChg chg="mod">
          <ac:chgData name="leegyubin@soongsil.ac.kr" userId="b9d40a19-df1b-458f-86df-cd2cb0ed7b78" providerId="ADAL" clId="{C2EDD66D-DBE8-4BE9-ACBD-F3D6BC7B5612}" dt="2024-05-16T12:21:56.560" v="5777" actId="1037"/>
          <ac:spMkLst>
            <pc:docMk/>
            <pc:sldMk cId="2038460281" sldId="258"/>
            <ac:spMk id="23" creationId="{D3DCC0A7-204E-84C0-BB99-55299F3FE964}"/>
          </ac:spMkLst>
        </pc:spChg>
        <pc:spChg chg="mod">
          <ac:chgData name="leegyubin@soongsil.ac.kr" userId="b9d40a19-df1b-458f-86df-cd2cb0ed7b78" providerId="ADAL" clId="{C2EDD66D-DBE8-4BE9-ACBD-F3D6BC7B5612}" dt="2024-05-16T12:21:58.127" v="5784" actId="1038"/>
          <ac:spMkLst>
            <pc:docMk/>
            <pc:sldMk cId="2038460281" sldId="258"/>
            <ac:spMk id="24" creationId="{E45CA46C-C603-7DEE-2A48-F20CA8908AAE}"/>
          </ac:spMkLst>
        </pc:spChg>
        <pc:cxnChg chg="mod">
          <ac:chgData name="leegyubin@soongsil.ac.kr" userId="b9d40a19-df1b-458f-86df-cd2cb0ed7b78" providerId="ADAL" clId="{C2EDD66D-DBE8-4BE9-ACBD-F3D6BC7B5612}" dt="2024-05-16T12:45:51.162" v="5813" actId="208"/>
          <ac:cxnSpMkLst>
            <pc:docMk/>
            <pc:sldMk cId="2038460281" sldId="258"/>
            <ac:cxnSpMk id="10" creationId="{1FAAF640-DB87-8F80-73DB-F49558536712}"/>
          </ac:cxnSpMkLst>
        </pc:cxnChg>
        <pc:cxnChg chg="mod">
          <ac:chgData name="leegyubin@soongsil.ac.kr" userId="b9d40a19-df1b-458f-86df-cd2cb0ed7b78" providerId="ADAL" clId="{C2EDD66D-DBE8-4BE9-ACBD-F3D6BC7B5612}" dt="2024-05-16T12:20:49.225" v="5769" actId="1582"/>
          <ac:cxnSpMkLst>
            <pc:docMk/>
            <pc:sldMk cId="2038460281" sldId="258"/>
            <ac:cxnSpMk id="12" creationId="{96458460-4BD3-13C1-C01E-6C5254DC4F9D}"/>
          </ac:cxnSpMkLst>
        </pc:cxnChg>
      </pc:sldChg>
      <pc:sldChg chg="addSp delSp modSp add mod">
        <pc:chgData name="leegyubin@soongsil.ac.kr" userId="b9d40a19-df1b-458f-86df-cd2cb0ed7b78" providerId="ADAL" clId="{C2EDD66D-DBE8-4BE9-ACBD-F3D6BC7B5612}" dt="2024-05-16T12:52:30.062" v="5892" actId="1076"/>
        <pc:sldMkLst>
          <pc:docMk/>
          <pc:sldMk cId="3345737304" sldId="259"/>
        </pc:sldMkLst>
        <pc:spChg chg="add mod">
          <ac:chgData name="leegyubin@soongsil.ac.kr" userId="b9d40a19-df1b-458f-86df-cd2cb0ed7b78" providerId="ADAL" clId="{C2EDD66D-DBE8-4BE9-ACBD-F3D6BC7B5612}" dt="2024-05-16T12:52:30.062" v="5892" actId="1076"/>
          <ac:spMkLst>
            <pc:docMk/>
            <pc:sldMk cId="3345737304" sldId="259"/>
            <ac:spMk id="2" creationId="{E517660B-FD38-C410-5E07-AA34AA99A69E}"/>
          </ac:spMkLst>
        </pc:spChg>
        <pc:spChg chg="add del">
          <ac:chgData name="leegyubin@soongsil.ac.kr" userId="b9d40a19-df1b-458f-86df-cd2cb0ed7b78" providerId="ADAL" clId="{C2EDD66D-DBE8-4BE9-ACBD-F3D6BC7B5612}" dt="2024-05-16T12:46:55.224" v="5824" actId="478"/>
          <ac:spMkLst>
            <pc:docMk/>
            <pc:sldMk cId="3345737304" sldId="259"/>
            <ac:spMk id="3" creationId="{C6385080-A96C-C241-2FC5-F35C2BDB03BA}"/>
          </ac:spMkLst>
        </pc:spChg>
        <pc:spChg chg="add mod">
          <ac:chgData name="leegyubin@soongsil.ac.kr" userId="b9d40a19-df1b-458f-86df-cd2cb0ed7b78" providerId="ADAL" clId="{C2EDD66D-DBE8-4BE9-ACBD-F3D6BC7B5612}" dt="2024-05-16T12:51:42.518" v="5888" actId="20577"/>
          <ac:spMkLst>
            <pc:docMk/>
            <pc:sldMk cId="3345737304" sldId="259"/>
            <ac:spMk id="14" creationId="{A8837452-2CF2-2549-53E5-1742F30AC2CF}"/>
          </ac:spMkLst>
        </pc:spChg>
        <pc:spChg chg="add del mod">
          <ac:chgData name="leegyubin@soongsil.ac.kr" userId="b9d40a19-df1b-458f-86df-cd2cb0ed7b78" providerId="ADAL" clId="{C2EDD66D-DBE8-4BE9-ACBD-F3D6BC7B5612}" dt="2024-05-16T12:49:20.967" v="5841" actId="478"/>
          <ac:spMkLst>
            <pc:docMk/>
            <pc:sldMk cId="3345737304" sldId="259"/>
            <ac:spMk id="19" creationId="{D3B9FA14-6660-5A2F-0C2E-7A1CAA55E0F7}"/>
          </ac:spMkLst>
        </pc:spChg>
        <pc:cxnChg chg="add mod">
          <ac:chgData name="leegyubin@soongsil.ac.kr" userId="b9d40a19-df1b-458f-86df-cd2cb0ed7b78" providerId="ADAL" clId="{C2EDD66D-DBE8-4BE9-ACBD-F3D6BC7B5612}" dt="2024-05-16T12:52:20.880" v="5891" actId="208"/>
          <ac:cxnSpMkLst>
            <pc:docMk/>
            <pc:sldMk cId="3345737304" sldId="259"/>
            <ac:cxnSpMk id="8" creationId="{C79E68A1-828B-8A86-6427-2D931E9CF48C}"/>
          </ac:cxnSpMkLst>
        </pc:cxnChg>
        <pc:cxnChg chg="add mod">
          <ac:chgData name="leegyubin@soongsil.ac.kr" userId="b9d40a19-df1b-458f-86df-cd2cb0ed7b78" providerId="ADAL" clId="{C2EDD66D-DBE8-4BE9-ACBD-F3D6BC7B5612}" dt="2024-05-16T12:49:19.591" v="5840" actId="208"/>
          <ac:cxnSpMkLst>
            <pc:docMk/>
            <pc:sldMk cId="3345737304" sldId="259"/>
            <ac:cxnSpMk id="10" creationId="{C67AB57D-4CF8-B65C-FC4A-9EA7374C5773}"/>
          </ac:cxnSpMkLst>
        </pc:cxnChg>
      </pc:sldChg>
      <pc:sldChg chg="addSp delSp modSp add mod ord">
        <pc:chgData name="leegyubin@soongsil.ac.kr" userId="b9d40a19-df1b-458f-86df-cd2cb0ed7b78" providerId="ADAL" clId="{C2EDD66D-DBE8-4BE9-ACBD-F3D6BC7B5612}" dt="2024-05-16T12:53:46.660" v="5914" actId="478"/>
        <pc:sldMkLst>
          <pc:docMk/>
          <pc:sldMk cId="1619455827" sldId="261"/>
        </pc:sldMkLst>
        <pc:spChg chg="add mod ord">
          <ac:chgData name="leegyubin@soongsil.ac.kr" userId="b9d40a19-df1b-458f-86df-cd2cb0ed7b78" providerId="ADAL" clId="{C2EDD66D-DBE8-4BE9-ACBD-F3D6BC7B5612}" dt="2024-05-16T12:53:27.875" v="5904" actId="166"/>
          <ac:spMkLst>
            <pc:docMk/>
            <pc:sldMk cId="1619455827" sldId="261"/>
            <ac:spMk id="2" creationId="{034A0C06-0007-0D07-0D2B-17EFA75CF764}"/>
          </ac:spMkLst>
        </pc:spChg>
        <pc:spChg chg="add mod ord">
          <ac:chgData name="leegyubin@soongsil.ac.kr" userId="b9d40a19-df1b-458f-86df-cd2cb0ed7b78" providerId="ADAL" clId="{C2EDD66D-DBE8-4BE9-ACBD-F3D6BC7B5612}" dt="2024-05-16T12:23:22.437" v="5800" actId="1038"/>
          <ac:spMkLst>
            <pc:docMk/>
            <pc:sldMk cId="1619455827" sldId="261"/>
            <ac:spMk id="3" creationId="{7C17F1EA-04E6-EC18-41DC-57F0C0C94A4A}"/>
          </ac:spMkLst>
        </pc:spChg>
        <pc:spChg chg="add del">
          <ac:chgData name="leegyubin@soongsil.ac.kr" userId="b9d40a19-df1b-458f-86df-cd2cb0ed7b78" providerId="ADAL" clId="{C2EDD66D-DBE8-4BE9-ACBD-F3D6BC7B5612}" dt="2024-05-16T12:11:30.117" v="5702" actId="478"/>
          <ac:spMkLst>
            <pc:docMk/>
            <pc:sldMk cId="1619455827" sldId="261"/>
            <ac:spMk id="4" creationId="{028C7982-61EB-B68A-31D8-EEFD80B69484}"/>
          </ac:spMkLst>
        </pc:spChg>
        <pc:spChg chg="add del mod">
          <ac:chgData name="leegyubin@soongsil.ac.kr" userId="b9d40a19-df1b-458f-86df-cd2cb0ed7b78" providerId="ADAL" clId="{C2EDD66D-DBE8-4BE9-ACBD-F3D6BC7B5612}" dt="2024-05-16T12:11:51.629" v="5722" actId="478"/>
          <ac:spMkLst>
            <pc:docMk/>
            <pc:sldMk cId="1619455827" sldId="261"/>
            <ac:spMk id="6" creationId="{93B20830-0B7D-DFAA-08A9-DFD05A6EA5CC}"/>
          </ac:spMkLst>
        </pc:spChg>
        <pc:spChg chg="add del mod">
          <ac:chgData name="leegyubin@soongsil.ac.kr" userId="b9d40a19-df1b-458f-86df-cd2cb0ed7b78" providerId="ADAL" clId="{C2EDD66D-DBE8-4BE9-ACBD-F3D6BC7B5612}" dt="2024-05-16T12:11:51.263" v="5721" actId="478"/>
          <ac:spMkLst>
            <pc:docMk/>
            <pc:sldMk cId="1619455827" sldId="261"/>
            <ac:spMk id="8" creationId="{77A50F0E-B908-5B70-62FE-A01C67C49FDA}"/>
          </ac:spMkLst>
        </pc:spChg>
        <pc:spChg chg="add del mod">
          <ac:chgData name="leegyubin@soongsil.ac.kr" userId="b9d40a19-df1b-458f-86df-cd2cb0ed7b78" providerId="ADAL" clId="{C2EDD66D-DBE8-4BE9-ACBD-F3D6BC7B5612}" dt="2024-05-16T12:15:28.056" v="5747" actId="478"/>
          <ac:spMkLst>
            <pc:docMk/>
            <pc:sldMk cId="1619455827" sldId="261"/>
            <ac:spMk id="11" creationId="{16082ADB-AEF1-556A-A06B-4E9DA5BCD486}"/>
          </ac:spMkLst>
        </pc:spChg>
        <pc:spChg chg="add del mod">
          <ac:chgData name="leegyubin@soongsil.ac.kr" userId="b9d40a19-df1b-458f-86df-cd2cb0ed7b78" providerId="ADAL" clId="{C2EDD66D-DBE8-4BE9-ACBD-F3D6BC7B5612}" dt="2024-05-16T12:15:27.408" v="5746" actId="478"/>
          <ac:spMkLst>
            <pc:docMk/>
            <pc:sldMk cId="1619455827" sldId="261"/>
            <ac:spMk id="12" creationId="{AC196170-5315-2720-3360-B6FE2F8DB8E6}"/>
          </ac:spMkLst>
        </pc:spChg>
        <pc:spChg chg="add del mod">
          <ac:chgData name="leegyubin@soongsil.ac.kr" userId="b9d40a19-df1b-458f-86df-cd2cb0ed7b78" providerId="ADAL" clId="{C2EDD66D-DBE8-4BE9-ACBD-F3D6BC7B5612}" dt="2024-05-16T12:18:42.672" v="5764" actId="478"/>
          <ac:spMkLst>
            <pc:docMk/>
            <pc:sldMk cId="1619455827" sldId="261"/>
            <ac:spMk id="15" creationId="{657D1CA1-2204-C69C-0C2E-EA55A09300BB}"/>
          </ac:spMkLst>
        </pc:spChg>
        <pc:spChg chg="add del mod">
          <ac:chgData name="leegyubin@soongsil.ac.kr" userId="b9d40a19-df1b-458f-86df-cd2cb0ed7b78" providerId="ADAL" clId="{C2EDD66D-DBE8-4BE9-ACBD-F3D6BC7B5612}" dt="2024-05-16T12:18:42.152" v="5763" actId="478"/>
          <ac:spMkLst>
            <pc:docMk/>
            <pc:sldMk cId="1619455827" sldId="261"/>
            <ac:spMk id="16" creationId="{35A99B5F-765C-991D-B9E5-09C93AD221B3}"/>
          </ac:spMkLst>
        </pc:spChg>
        <pc:spChg chg="add del mod">
          <ac:chgData name="leegyubin@soongsil.ac.kr" userId="b9d40a19-df1b-458f-86df-cd2cb0ed7b78" providerId="ADAL" clId="{C2EDD66D-DBE8-4BE9-ACBD-F3D6BC7B5612}" dt="2024-05-16T12:23:20.613" v="5799" actId="478"/>
          <ac:spMkLst>
            <pc:docMk/>
            <pc:sldMk cId="1619455827" sldId="261"/>
            <ac:spMk id="19" creationId="{4C7BC91F-2E6E-3A58-BF79-41F3ABFADB6A}"/>
          </ac:spMkLst>
        </pc:spChg>
        <pc:spChg chg="add del mod">
          <ac:chgData name="leegyubin@soongsil.ac.kr" userId="b9d40a19-df1b-458f-86df-cd2cb0ed7b78" providerId="ADAL" clId="{C2EDD66D-DBE8-4BE9-ACBD-F3D6BC7B5612}" dt="2024-05-16T12:23:19.941" v="5798" actId="478"/>
          <ac:spMkLst>
            <pc:docMk/>
            <pc:sldMk cId="1619455827" sldId="261"/>
            <ac:spMk id="20" creationId="{2F9A4447-033C-3ECF-AF74-B31716476C47}"/>
          </ac:spMkLst>
        </pc:spChg>
        <pc:spChg chg="add del">
          <ac:chgData name="leegyubin@soongsil.ac.kr" userId="b9d40a19-df1b-458f-86df-cd2cb0ed7b78" providerId="ADAL" clId="{C2EDD66D-DBE8-4BE9-ACBD-F3D6BC7B5612}" dt="2024-05-16T12:23:34.111" v="5804" actId="478"/>
          <ac:spMkLst>
            <pc:docMk/>
            <pc:sldMk cId="1619455827" sldId="261"/>
            <ac:spMk id="21" creationId="{E973BDAE-6436-D2D5-4476-B3E434822743}"/>
          </ac:spMkLst>
        </pc:spChg>
        <pc:spChg chg="add del mod">
          <ac:chgData name="leegyubin@soongsil.ac.kr" userId="b9d40a19-df1b-458f-86df-cd2cb0ed7b78" providerId="ADAL" clId="{C2EDD66D-DBE8-4BE9-ACBD-F3D6BC7B5612}" dt="2024-05-16T12:23:32.055" v="5803" actId="478"/>
          <ac:spMkLst>
            <pc:docMk/>
            <pc:sldMk cId="1619455827" sldId="261"/>
            <ac:spMk id="22" creationId="{8B76B529-5608-4F35-9CC5-7D380E9DC4F3}"/>
          </ac:spMkLst>
        </pc:spChg>
        <pc:spChg chg="add del mod">
          <ac:chgData name="leegyubin@soongsil.ac.kr" userId="b9d40a19-df1b-458f-86df-cd2cb0ed7b78" providerId="ADAL" clId="{C2EDD66D-DBE8-4BE9-ACBD-F3D6BC7B5612}" dt="2024-05-16T12:53:46.660" v="5914" actId="478"/>
          <ac:spMkLst>
            <pc:docMk/>
            <pc:sldMk cId="1619455827" sldId="261"/>
            <ac:spMk id="25" creationId="{69F3213D-FC97-4FFA-27CA-DF092082661B}"/>
          </ac:spMkLst>
        </pc:spChg>
        <pc:spChg chg="add del mod">
          <ac:chgData name="leegyubin@soongsil.ac.kr" userId="b9d40a19-df1b-458f-86df-cd2cb0ed7b78" providerId="ADAL" clId="{C2EDD66D-DBE8-4BE9-ACBD-F3D6BC7B5612}" dt="2024-05-16T12:53:46.093" v="5913" actId="478"/>
          <ac:spMkLst>
            <pc:docMk/>
            <pc:sldMk cId="1619455827" sldId="261"/>
            <ac:spMk id="26" creationId="{1F4C482C-B010-9F0C-6692-72B8CB38EE50}"/>
          </ac:spMkLst>
        </pc:spChg>
        <pc:picChg chg="del mod">
          <ac:chgData name="leegyubin@soongsil.ac.kr" userId="b9d40a19-df1b-458f-86df-cd2cb0ed7b78" providerId="ADAL" clId="{C2EDD66D-DBE8-4BE9-ACBD-F3D6BC7B5612}" dt="2024-05-16T12:14:41.825" v="5724" actId="478"/>
          <ac:picMkLst>
            <pc:docMk/>
            <pc:sldMk cId="1619455827" sldId="261"/>
            <ac:picMk id="5" creationId="{C61493AD-924A-0240-1D78-690C27D05753}"/>
          </ac:picMkLst>
        </pc:picChg>
        <pc:picChg chg="del mod">
          <ac:chgData name="leegyubin@soongsil.ac.kr" userId="b9d40a19-df1b-458f-86df-cd2cb0ed7b78" providerId="ADAL" clId="{C2EDD66D-DBE8-4BE9-ACBD-F3D6BC7B5612}" dt="2024-05-16T12:53:05.650" v="5895" actId="478"/>
          <ac:picMkLst>
            <pc:docMk/>
            <pc:sldMk cId="1619455827" sldId="261"/>
            <ac:picMk id="7" creationId="{11530EE5-CC72-8450-9BF5-90BBF542A972}"/>
          </ac:picMkLst>
        </pc:picChg>
        <pc:picChg chg="add del mod">
          <ac:chgData name="leegyubin@soongsil.ac.kr" userId="b9d40a19-df1b-458f-86df-cd2cb0ed7b78" providerId="ADAL" clId="{C2EDD66D-DBE8-4BE9-ACBD-F3D6BC7B5612}" dt="2024-05-16T12:16:07.774" v="5748" actId="478"/>
          <ac:picMkLst>
            <pc:docMk/>
            <pc:sldMk cId="1619455827" sldId="261"/>
            <ac:picMk id="10" creationId="{67BCA9FD-344E-C05D-3B7D-C71932831389}"/>
          </ac:picMkLst>
        </pc:picChg>
        <pc:picChg chg="add del mod">
          <ac:chgData name="leegyubin@soongsil.ac.kr" userId="b9d40a19-df1b-458f-86df-cd2cb0ed7b78" providerId="ADAL" clId="{C2EDD66D-DBE8-4BE9-ACBD-F3D6BC7B5612}" dt="2024-05-16T12:22:30.901" v="5785" actId="478"/>
          <ac:picMkLst>
            <pc:docMk/>
            <pc:sldMk cId="1619455827" sldId="261"/>
            <ac:picMk id="14" creationId="{1CA2AED1-7993-5080-A1FF-5ECC5547E5EE}"/>
          </ac:picMkLst>
        </pc:picChg>
        <pc:picChg chg="add mod ord">
          <ac:chgData name="leegyubin@soongsil.ac.kr" userId="b9d40a19-df1b-458f-86df-cd2cb0ed7b78" providerId="ADAL" clId="{C2EDD66D-DBE8-4BE9-ACBD-F3D6BC7B5612}" dt="2024-05-16T12:22:56.232" v="5792" actId="171"/>
          <ac:picMkLst>
            <pc:docMk/>
            <pc:sldMk cId="1619455827" sldId="261"/>
            <ac:picMk id="18" creationId="{166CA250-BF5F-2B9D-B817-CA242567F984}"/>
          </ac:picMkLst>
        </pc:picChg>
        <pc:picChg chg="add mod">
          <ac:chgData name="leegyubin@soongsil.ac.kr" userId="b9d40a19-df1b-458f-86df-cd2cb0ed7b78" providerId="ADAL" clId="{C2EDD66D-DBE8-4BE9-ACBD-F3D6BC7B5612}" dt="2024-05-16T12:53:45.005" v="5912" actId="1037"/>
          <ac:picMkLst>
            <pc:docMk/>
            <pc:sldMk cId="1619455827" sldId="261"/>
            <ac:picMk id="24" creationId="{C26DF352-18D4-3074-9DDB-C94FD736BC4D}"/>
          </ac:picMkLst>
        </pc:picChg>
      </pc:sldChg>
      <pc:sldChg chg="addSp delSp modSp mod">
        <pc:chgData name="leegyubin@soongsil.ac.kr" userId="b9d40a19-df1b-458f-86df-cd2cb0ed7b78" providerId="ADAL" clId="{C2EDD66D-DBE8-4BE9-ACBD-F3D6BC7B5612}" dt="2024-05-06T02:43:27.247" v="1618" actId="1036"/>
        <pc:sldMkLst>
          <pc:docMk/>
          <pc:sldMk cId="4089748717" sldId="262"/>
        </pc:sldMkLst>
        <pc:spChg chg="mod topLvl">
          <ac:chgData name="leegyubin@soongsil.ac.kr" userId="b9d40a19-df1b-458f-86df-cd2cb0ed7b78" providerId="ADAL" clId="{C2EDD66D-DBE8-4BE9-ACBD-F3D6BC7B5612}" dt="2024-05-06T02:43:20.736" v="1616" actId="255"/>
          <ac:spMkLst>
            <pc:docMk/>
            <pc:sldMk cId="4089748717" sldId="262"/>
            <ac:spMk id="8" creationId="{37EACD7B-E075-D215-3973-1E5C7C535CEC}"/>
          </ac:spMkLst>
        </pc:spChg>
        <pc:spChg chg="add del mod">
          <ac:chgData name="leegyubin@soongsil.ac.kr" userId="b9d40a19-df1b-458f-86df-cd2cb0ed7b78" providerId="ADAL" clId="{C2EDD66D-DBE8-4BE9-ACBD-F3D6BC7B5612}" dt="2024-05-05T14:04:06.837" v="194" actId="478"/>
          <ac:spMkLst>
            <pc:docMk/>
            <pc:sldMk cId="4089748717" sldId="262"/>
            <ac:spMk id="26" creationId="{664C2CE7-1CDD-EAF3-9EBA-EF06F2CBA874}"/>
          </ac:spMkLst>
        </pc:spChg>
        <pc:spChg chg="mod or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29" creationId="{B59435D3-A193-0709-8939-18E2DE8AF8F5}"/>
          </ac:spMkLst>
        </pc:spChg>
        <pc:spChg chg="add del">
          <ac:chgData name="leegyubin@soongsil.ac.kr" userId="b9d40a19-df1b-458f-86df-cd2cb0ed7b78" providerId="ADAL" clId="{C2EDD66D-DBE8-4BE9-ACBD-F3D6BC7B5612}" dt="2024-05-05T14:03:39.308" v="190" actId="478"/>
          <ac:spMkLst>
            <pc:docMk/>
            <pc:sldMk cId="4089748717" sldId="262"/>
            <ac:spMk id="30" creationId="{9D94B504-8985-B40B-B48F-7D559C8196F6}"/>
          </ac:spMkLst>
        </pc:spChg>
        <pc:spChg chg="add del">
          <ac:chgData name="leegyubin@soongsil.ac.kr" userId="b9d40a19-df1b-458f-86df-cd2cb0ed7b78" providerId="ADAL" clId="{C2EDD66D-DBE8-4BE9-ACBD-F3D6BC7B5612}" dt="2024-05-05T14:03:46.165" v="192" actId="478"/>
          <ac:spMkLst>
            <pc:docMk/>
            <pc:sldMk cId="4089748717" sldId="262"/>
            <ac:spMk id="31" creationId="{DA1124CA-72AE-B21D-C9B8-19B53A28CA2C}"/>
          </ac:spMkLst>
        </pc:spChg>
        <pc:spChg chg="add mod or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32" creationId="{4A225DA1-2CDA-AA8E-03B6-A7CD6D81EB4D}"/>
          </ac:spMkLst>
        </pc:spChg>
        <pc:spChg chg="add mo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33" creationId="{17A17D31-D808-AB18-5C05-006E8C7463D7}"/>
          </ac:spMkLst>
        </pc:spChg>
        <pc:spChg chg="del mod">
          <ac:chgData name="leegyubin@soongsil.ac.kr" userId="b9d40a19-df1b-458f-86df-cd2cb0ed7b78" providerId="ADAL" clId="{C2EDD66D-DBE8-4BE9-ACBD-F3D6BC7B5612}" dt="2024-05-05T13:52:15.957" v="35" actId="478"/>
          <ac:spMkLst>
            <pc:docMk/>
            <pc:sldMk cId="4089748717" sldId="262"/>
            <ac:spMk id="34" creationId="{C79A5447-ACB7-C60D-6E32-C861E25DE1E2}"/>
          </ac:spMkLst>
        </pc:spChg>
        <pc:spChg chg="mo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35" creationId="{175FEF87-EC71-C0DC-448E-D96613EF8AFB}"/>
          </ac:spMkLst>
        </pc:spChg>
        <pc:spChg chg="mo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36" creationId="{5BE8C2D2-0407-E687-4D4F-57CCD53551A9}"/>
          </ac:spMkLst>
        </pc:spChg>
        <pc:spChg chg="mod">
          <ac:chgData name="leegyubin@soongsil.ac.kr" userId="b9d40a19-df1b-458f-86df-cd2cb0ed7b78" providerId="ADAL" clId="{C2EDD66D-DBE8-4BE9-ACBD-F3D6BC7B5612}" dt="2024-05-06T02:43:20.736" v="1616" actId="255"/>
          <ac:spMkLst>
            <pc:docMk/>
            <pc:sldMk cId="4089748717" sldId="262"/>
            <ac:spMk id="38" creationId="{D47FDB73-65C2-EBE6-E62A-345E6920711D}"/>
          </ac:spMkLst>
        </pc:spChg>
        <pc:spChg chg="del mod">
          <ac:chgData name="leegyubin@soongsil.ac.kr" userId="b9d40a19-df1b-458f-86df-cd2cb0ed7b78" providerId="ADAL" clId="{C2EDD66D-DBE8-4BE9-ACBD-F3D6BC7B5612}" dt="2024-05-05T14:01:05.830" v="137" actId="478"/>
          <ac:spMkLst>
            <pc:docMk/>
            <pc:sldMk cId="4089748717" sldId="262"/>
            <ac:spMk id="41" creationId="{30880BFC-B995-7E37-D502-3978FDDE2E09}"/>
          </ac:spMkLst>
        </pc:spChg>
        <pc:spChg chg="mo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46" creationId="{B41D0003-0E7D-8A3E-FB53-51B4C6A5EA2D}"/>
          </ac:spMkLst>
        </pc:spChg>
        <pc:spChg chg="mod">
          <ac:chgData name="leegyubin@soongsil.ac.kr" userId="b9d40a19-df1b-458f-86df-cd2cb0ed7b78" providerId="ADAL" clId="{C2EDD66D-DBE8-4BE9-ACBD-F3D6BC7B5612}" dt="2024-05-06T02:43:20.736" v="1616" actId="255"/>
          <ac:spMkLst>
            <pc:docMk/>
            <pc:sldMk cId="4089748717" sldId="262"/>
            <ac:spMk id="47" creationId="{B0BDF01A-CA2D-5337-440D-422D92C503B5}"/>
          </ac:spMkLst>
        </pc:spChg>
        <pc:spChg chg="del mod">
          <ac:chgData name="leegyubin@soongsil.ac.kr" userId="b9d40a19-df1b-458f-86df-cd2cb0ed7b78" providerId="ADAL" clId="{C2EDD66D-DBE8-4BE9-ACBD-F3D6BC7B5612}" dt="2024-05-05T14:05:13.028" v="208" actId="478"/>
          <ac:spMkLst>
            <pc:docMk/>
            <pc:sldMk cId="4089748717" sldId="262"/>
            <ac:spMk id="48" creationId="{576BBA96-6A69-B278-4325-6DBAF4F27E70}"/>
          </ac:spMkLst>
        </pc:spChg>
        <pc:spChg chg="mod">
          <ac:chgData name="leegyubin@soongsil.ac.kr" userId="b9d40a19-df1b-458f-86df-cd2cb0ed7b78" providerId="ADAL" clId="{C2EDD66D-DBE8-4BE9-ACBD-F3D6BC7B5612}" dt="2024-05-06T02:43:05.952" v="1614" actId="2711"/>
          <ac:spMkLst>
            <pc:docMk/>
            <pc:sldMk cId="4089748717" sldId="262"/>
            <ac:spMk id="49" creationId="{36007571-2ED9-5D25-4BF8-09AE7D92A941}"/>
          </ac:spMkLst>
        </pc:spChg>
        <pc:spChg chg="mod">
          <ac:chgData name="leegyubin@soongsil.ac.kr" userId="b9d40a19-df1b-458f-86df-cd2cb0ed7b78" providerId="ADAL" clId="{C2EDD66D-DBE8-4BE9-ACBD-F3D6BC7B5612}" dt="2024-05-06T02:43:20.736" v="1616" actId="255"/>
          <ac:spMkLst>
            <pc:docMk/>
            <pc:sldMk cId="4089748717" sldId="262"/>
            <ac:spMk id="50" creationId="{4B534806-7DF6-B61C-42D9-B4C154D52598}"/>
          </ac:spMkLst>
        </pc:spChg>
        <pc:spChg chg="del">
          <ac:chgData name="leegyubin@soongsil.ac.kr" userId="b9d40a19-df1b-458f-86df-cd2cb0ed7b78" providerId="ADAL" clId="{C2EDD66D-DBE8-4BE9-ACBD-F3D6BC7B5612}" dt="2024-05-05T13:53:15.796" v="53" actId="478"/>
          <ac:spMkLst>
            <pc:docMk/>
            <pc:sldMk cId="4089748717" sldId="262"/>
            <ac:spMk id="59" creationId="{F49DA1E7-96B8-E44F-5374-D2DC19A5EAC5}"/>
          </ac:spMkLst>
        </pc:spChg>
        <pc:grpChg chg="del mod">
          <ac:chgData name="leegyubin@soongsil.ac.kr" userId="b9d40a19-df1b-458f-86df-cd2cb0ed7b78" providerId="ADAL" clId="{C2EDD66D-DBE8-4BE9-ACBD-F3D6BC7B5612}" dt="2024-05-05T14:29:29.944" v="538" actId="165"/>
          <ac:grpSpMkLst>
            <pc:docMk/>
            <pc:sldMk cId="4089748717" sldId="262"/>
            <ac:grpSpMk id="9" creationId="{7A7979BC-79AF-F282-D2F6-C6271FC37F2E}"/>
          </ac:grpSpMkLst>
        </pc:grpChg>
        <pc:grpChg chg="mod">
          <ac:chgData name="leegyubin@soongsil.ac.kr" userId="b9d40a19-df1b-458f-86df-cd2cb0ed7b78" providerId="ADAL" clId="{C2EDD66D-DBE8-4BE9-ACBD-F3D6BC7B5612}" dt="2024-05-05T14:38:55.747" v="751" actId="1038"/>
          <ac:grpSpMkLst>
            <pc:docMk/>
            <pc:sldMk cId="4089748717" sldId="262"/>
            <ac:grpSpMk id="37" creationId="{EF3AE77F-A1C8-E9AA-54A6-BB6B9F461770}"/>
          </ac:grpSpMkLst>
        </pc:grpChg>
        <pc:picChg chg="add del mod">
          <ac:chgData name="leegyubin@soongsil.ac.kr" userId="b9d40a19-df1b-458f-86df-cd2cb0ed7b78" providerId="ADAL" clId="{C2EDD66D-DBE8-4BE9-ACBD-F3D6BC7B5612}" dt="2024-05-05T13:38:48.774" v="6" actId="478"/>
          <ac:picMkLst>
            <pc:docMk/>
            <pc:sldMk cId="4089748717" sldId="262"/>
            <ac:picMk id="3" creationId="{554F5140-29C7-A137-8A1E-0A0822E036FF}"/>
          </ac:picMkLst>
        </pc:picChg>
        <pc:picChg chg="del mod topLvl">
          <ac:chgData name="leegyubin@soongsil.ac.kr" userId="b9d40a19-df1b-458f-86df-cd2cb0ed7b78" providerId="ADAL" clId="{C2EDD66D-DBE8-4BE9-ACBD-F3D6BC7B5612}" dt="2024-05-06T02:39:44.470" v="1591" actId="478"/>
          <ac:picMkLst>
            <pc:docMk/>
            <pc:sldMk cId="4089748717" sldId="262"/>
            <ac:picMk id="4" creationId="{451E9FB8-A009-4B94-3C64-15A46E06B8A1}"/>
          </ac:picMkLst>
        </pc:picChg>
        <pc:picChg chg="add del mod ord">
          <ac:chgData name="leegyubin@soongsil.ac.kr" userId="b9d40a19-df1b-458f-86df-cd2cb0ed7b78" providerId="ADAL" clId="{C2EDD66D-DBE8-4BE9-ACBD-F3D6BC7B5612}" dt="2024-05-05T13:59:27.413" v="78" actId="478"/>
          <ac:picMkLst>
            <pc:docMk/>
            <pc:sldMk cId="4089748717" sldId="262"/>
            <ac:picMk id="6" creationId="{8A3DD996-73CC-E1F8-1B7A-92926821E77F}"/>
          </ac:picMkLst>
        </pc:picChg>
        <pc:picChg chg="mod">
          <ac:chgData name="leegyubin@soongsil.ac.kr" userId="b9d40a19-df1b-458f-86df-cd2cb0ed7b78" providerId="ADAL" clId="{C2EDD66D-DBE8-4BE9-ACBD-F3D6BC7B5612}" dt="2024-05-05T14:31:53.875" v="601" actId="1037"/>
          <ac:picMkLst>
            <pc:docMk/>
            <pc:sldMk cId="4089748717" sldId="262"/>
            <ac:picMk id="10" creationId="{63881E24-46CE-54AB-F626-913C12DF8685}"/>
          </ac:picMkLst>
        </pc:picChg>
        <pc:picChg chg="mod">
          <ac:chgData name="leegyubin@soongsil.ac.kr" userId="b9d40a19-df1b-458f-86df-cd2cb0ed7b78" providerId="ADAL" clId="{C2EDD66D-DBE8-4BE9-ACBD-F3D6BC7B5612}" dt="2024-05-05T14:38:39.930" v="740" actId="1036"/>
          <ac:picMkLst>
            <pc:docMk/>
            <pc:sldMk cId="4089748717" sldId="262"/>
            <ac:picMk id="11" creationId="{5FF4A618-AA78-99AD-7ABD-6DD06748105D}"/>
          </ac:picMkLst>
        </pc:picChg>
        <pc:picChg chg="add del mod">
          <ac:chgData name="leegyubin@soongsil.ac.kr" userId="b9d40a19-df1b-458f-86df-cd2cb0ed7b78" providerId="ADAL" clId="{C2EDD66D-DBE8-4BE9-ACBD-F3D6BC7B5612}" dt="2024-05-05T13:58:56.221" v="67" actId="478"/>
          <ac:picMkLst>
            <pc:docMk/>
            <pc:sldMk cId="4089748717" sldId="262"/>
            <ac:picMk id="12" creationId="{3A7C52DB-0CE8-A614-01FF-C1199C331DFC}"/>
          </ac:picMkLst>
        </pc:picChg>
        <pc:picChg chg="add del mod">
          <ac:chgData name="leegyubin@soongsil.ac.kr" userId="b9d40a19-df1b-458f-86df-cd2cb0ed7b78" providerId="ADAL" clId="{C2EDD66D-DBE8-4BE9-ACBD-F3D6BC7B5612}" dt="2024-05-05T13:58:56.005" v="66" actId="478"/>
          <ac:picMkLst>
            <pc:docMk/>
            <pc:sldMk cId="4089748717" sldId="262"/>
            <ac:picMk id="14" creationId="{02703D77-91F5-3AC4-B517-2D363D9160AC}"/>
          </ac:picMkLst>
        </pc:picChg>
        <pc:picChg chg="add mod modCrop">
          <ac:chgData name="leegyubin@soongsil.ac.kr" userId="b9d40a19-df1b-458f-86df-cd2cb0ed7b78" providerId="ADAL" clId="{C2EDD66D-DBE8-4BE9-ACBD-F3D6BC7B5612}" dt="2024-05-05T14:42:11.730" v="823" actId="1037"/>
          <ac:picMkLst>
            <pc:docMk/>
            <pc:sldMk cId="4089748717" sldId="262"/>
            <ac:picMk id="16" creationId="{8140F8ED-CF17-CF9F-9D8B-9CEB6AAE4740}"/>
          </ac:picMkLst>
        </pc:picChg>
        <pc:picChg chg="add mod ord modCrop">
          <ac:chgData name="leegyubin@soongsil.ac.kr" userId="b9d40a19-df1b-458f-86df-cd2cb0ed7b78" providerId="ADAL" clId="{C2EDD66D-DBE8-4BE9-ACBD-F3D6BC7B5612}" dt="2024-05-05T14:40:37.106" v="789" actId="1038"/>
          <ac:picMkLst>
            <pc:docMk/>
            <pc:sldMk cId="4089748717" sldId="262"/>
            <ac:picMk id="17" creationId="{F821E13C-B6C0-7670-0316-3B5273F1C714}"/>
          </ac:picMkLst>
        </pc:picChg>
        <pc:picChg chg="mod">
          <ac:chgData name="leegyubin@soongsil.ac.kr" userId="b9d40a19-df1b-458f-86df-cd2cb0ed7b78" providerId="ADAL" clId="{C2EDD66D-DBE8-4BE9-ACBD-F3D6BC7B5612}" dt="2024-05-06T02:33:17.025" v="1584" actId="1366"/>
          <ac:picMkLst>
            <pc:docMk/>
            <pc:sldMk cId="4089748717" sldId="262"/>
            <ac:picMk id="42" creationId="{E300C40B-3B81-7063-977E-39E29B241493}"/>
          </ac:picMkLst>
        </pc:picChg>
        <pc:picChg chg="add mod">
          <ac:chgData name="leegyubin@soongsil.ac.kr" userId="b9d40a19-df1b-458f-86df-cd2cb0ed7b78" providerId="ADAL" clId="{C2EDD66D-DBE8-4BE9-ACBD-F3D6BC7B5612}" dt="2024-05-05T14:32:24.261" v="619" actId="571"/>
          <ac:picMkLst>
            <pc:docMk/>
            <pc:sldMk cId="4089748717" sldId="262"/>
            <ac:picMk id="62" creationId="{0F5DF6C0-5CE7-E366-81D7-A46B45D08A32}"/>
          </ac:picMkLst>
        </pc:picChg>
        <pc:picChg chg="add mod ord">
          <ac:chgData name="leegyubin@soongsil.ac.kr" userId="b9d40a19-df1b-458f-86df-cd2cb0ed7b78" providerId="ADAL" clId="{C2EDD66D-DBE8-4BE9-ACBD-F3D6BC7B5612}" dt="2024-05-06T02:43:27.247" v="1618" actId="1036"/>
          <ac:picMkLst>
            <pc:docMk/>
            <pc:sldMk cId="4089748717" sldId="262"/>
            <ac:picMk id="81" creationId="{1079E996-722F-B7DC-C677-4B718EB13E8D}"/>
          </ac:picMkLst>
        </pc:picChg>
        <pc:cxnChg chg="add del mod">
          <ac:chgData name="leegyubin@soongsil.ac.kr" userId="b9d40a19-df1b-458f-86df-cd2cb0ed7b78" providerId="ADAL" clId="{C2EDD66D-DBE8-4BE9-ACBD-F3D6BC7B5612}" dt="2024-05-05T14:01:29.365" v="145" actId="478"/>
          <ac:cxnSpMkLst>
            <pc:docMk/>
            <pc:sldMk cId="4089748717" sldId="262"/>
            <ac:cxnSpMk id="19" creationId="{326653D9-BE94-20C2-DCCF-37F4BCF9FC8B}"/>
          </ac:cxnSpMkLst>
        </pc:cxnChg>
        <pc:cxnChg chg="mod">
          <ac:chgData name="leegyubin@soongsil.ac.kr" userId="b9d40a19-df1b-458f-86df-cd2cb0ed7b78" providerId="ADAL" clId="{C2EDD66D-DBE8-4BE9-ACBD-F3D6BC7B5612}" dt="2024-05-06T02:40:01.791" v="1605" actId="1035"/>
          <ac:cxnSpMkLst>
            <pc:docMk/>
            <pc:sldMk cId="4089748717" sldId="262"/>
            <ac:cxnSpMk id="22" creationId="{DB699060-BBE4-65CB-BB21-E567BDDFD316}"/>
          </ac:cxnSpMkLst>
        </pc:cxnChg>
        <pc:cxnChg chg="mod">
          <ac:chgData name="leegyubin@soongsil.ac.kr" userId="b9d40a19-df1b-458f-86df-cd2cb0ed7b78" providerId="ADAL" clId="{C2EDD66D-DBE8-4BE9-ACBD-F3D6BC7B5612}" dt="2024-05-05T14:38:42.530" v="741" actId="14100"/>
          <ac:cxnSpMkLst>
            <pc:docMk/>
            <pc:sldMk cId="4089748717" sldId="262"/>
            <ac:cxnSpMk id="24" creationId="{24312FD3-EE35-4F5D-93E4-F738CDE3CA15}"/>
          </ac:cxnSpMkLst>
        </pc:cxnChg>
        <pc:cxnChg chg="add del">
          <ac:chgData name="leegyubin@soongsil.ac.kr" userId="b9d40a19-df1b-458f-86df-cd2cb0ed7b78" providerId="ADAL" clId="{C2EDD66D-DBE8-4BE9-ACBD-F3D6BC7B5612}" dt="2024-05-05T14:03:29.845" v="188" actId="478"/>
          <ac:cxnSpMkLst>
            <pc:docMk/>
            <pc:sldMk cId="4089748717" sldId="262"/>
            <ac:cxnSpMk id="28" creationId="{7598E356-5B10-82B4-7C50-26291BA6F2F1}"/>
          </ac:cxnSpMkLst>
        </pc:cxnChg>
        <pc:cxnChg chg="mod">
          <ac:chgData name="leegyubin@soongsil.ac.kr" userId="b9d40a19-df1b-458f-86df-cd2cb0ed7b78" providerId="ADAL" clId="{C2EDD66D-DBE8-4BE9-ACBD-F3D6BC7B5612}" dt="2024-05-05T14:39:14.154" v="765" actId="14100"/>
          <ac:cxnSpMkLst>
            <pc:docMk/>
            <pc:sldMk cId="4089748717" sldId="262"/>
            <ac:cxnSpMk id="43" creationId="{74E5E366-6E90-C5BF-9036-F791AAFE79B7}"/>
          </ac:cxnSpMkLst>
        </pc:cxnChg>
        <pc:cxnChg chg="mod">
          <ac:chgData name="leegyubin@soongsil.ac.kr" userId="b9d40a19-df1b-458f-86df-cd2cb0ed7b78" providerId="ADAL" clId="{C2EDD66D-DBE8-4BE9-ACBD-F3D6BC7B5612}" dt="2024-05-05T14:42:03.876" v="817" actId="1036"/>
          <ac:cxnSpMkLst>
            <pc:docMk/>
            <pc:sldMk cId="4089748717" sldId="262"/>
            <ac:cxnSpMk id="58" creationId="{91F36C8F-8A55-455F-EB37-49295E1C72B0}"/>
          </ac:cxnSpMkLst>
        </pc:cxnChg>
      </pc:sldChg>
      <pc:sldChg chg="addSp delSp modSp new mod setBg">
        <pc:chgData name="leegyubin@soongsil.ac.kr" userId="b9d40a19-df1b-458f-86df-cd2cb0ed7b78" providerId="ADAL" clId="{C2EDD66D-DBE8-4BE9-ACBD-F3D6BC7B5612}" dt="2024-05-08T05:20:21.288" v="4577" actId="27107"/>
        <pc:sldMkLst>
          <pc:docMk/>
          <pc:sldMk cId="1830249619" sldId="263"/>
        </pc:sldMkLst>
        <pc:spChg chg="del">
          <ac:chgData name="leegyubin@soongsil.ac.kr" userId="b9d40a19-df1b-458f-86df-cd2cb0ed7b78" providerId="ADAL" clId="{C2EDD66D-DBE8-4BE9-ACBD-F3D6BC7B5612}" dt="2024-05-05T17:24:48.686" v="829" actId="478"/>
          <ac:spMkLst>
            <pc:docMk/>
            <pc:sldMk cId="1830249619" sldId="263"/>
            <ac:spMk id="2" creationId="{4DFB0C7F-C346-3B19-96F8-526DAC4F4E3D}"/>
          </ac:spMkLst>
        </pc:spChg>
        <pc:spChg chg="del">
          <ac:chgData name="leegyubin@soongsil.ac.kr" userId="b9d40a19-df1b-458f-86df-cd2cb0ed7b78" providerId="ADAL" clId="{C2EDD66D-DBE8-4BE9-ACBD-F3D6BC7B5612}" dt="2024-05-05T17:24:48.686" v="829" actId="478"/>
          <ac:spMkLst>
            <pc:docMk/>
            <pc:sldMk cId="1830249619" sldId="263"/>
            <ac:spMk id="3" creationId="{723162FB-0AED-915C-696F-3D322BEA1463}"/>
          </ac:spMkLst>
        </pc:spChg>
        <pc:spChg chg="add del">
          <ac:chgData name="leegyubin@soongsil.ac.kr" userId="b9d40a19-df1b-458f-86df-cd2cb0ed7b78" providerId="ADAL" clId="{C2EDD66D-DBE8-4BE9-ACBD-F3D6BC7B5612}" dt="2024-05-05T18:17:43.119" v="903" actId="26606"/>
          <ac:spMkLst>
            <pc:docMk/>
            <pc:sldMk cId="1830249619" sldId="263"/>
            <ac:spMk id="22" creationId="{A9F529C3-C941-49FD-8C67-82F134F64BDB}"/>
          </ac:spMkLst>
        </pc:spChg>
        <pc:spChg chg="add del">
          <ac:chgData name="leegyubin@soongsil.ac.kr" userId="b9d40a19-df1b-458f-86df-cd2cb0ed7b78" providerId="ADAL" clId="{C2EDD66D-DBE8-4BE9-ACBD-F3D6BC7B5612}" dt="2024-05-05T18:17:43.119" v="903" actId="26606"/>
          <ac:spMkLst>
            <pc:docMk/>
            <pc:sldMk cId="1830249619" sldId="263"/>
            <ac:spMk id="24" creationId="{20586029-32A0-47E5-9AEC-AE3ABA6B94D0}"/>
          </ac:spMkLst>
        </pc:spChg>
        <pc:spChg chg="add mod">
          <ac:chgData name="leegyubin@soongsil.ac.kr" userId="b9d40a19-df1b-458f-86df-cd2cb0ed7b78" providerId="ADAL" clId="{C2EDD66D-DBE8-4BE9-ACBD-F3D6BC7B5612}" dt="2024-05-05T20:02:37.566" v="1029"/>
          <ac:spMkLst>
            <pc:docMk/>
            <pc:sldMk cId="1830249619" sldId="263"/>
            <ac:spMk id="48" creationId="{0D07B8E7-F431-0298-4236-D5D644B5DD1C}"/>
          </ac:spMkLst>
        </pc:spChg>
        <pc:spChg chg="add mod">
          <ac:chgData name="leegyubin@soongsil.ac.kr" userId="b9d40a19-df1b-458f-86df-cd2cb0ed7b78" providerId="ADAL" clId="{C2EDD66D-DBE8-4BE9-ACBD-F3D6BC7B5612}" dt="2024-05-05T20:02:37.566" v="1029"/>
          <ac:spMkLst>
            <pc:docMk/>
            <pc:sldMk cId="1830249619" sldId="263"/>
            <ac:spMk id="49" creationId="{906A4C17-1CFB-2558-DAD4-8819F713B0AE}"/>
          </ac:spMkLst>
        </pc:spChg>
        <pc:spChg chg="add mod">
          <ac:chgData name="leegyubin@soongsil.ac.kr" userId="b9d40a19-df1b-458f-86df-cd2cb0ed7b78" providerId="ADAL" clId="{C2EDD66D-DBE8-4BE9-ACBD-F3D6BC7B5612}" dt="2024-05-05T20:02:37.566" v="1029"/>
          <ac:spMkLst>
            <pc:docMk/>
            <pc:sldMk cId="1830249619" sldId="263"/>
            <ac:spMk id="50" creationId="{675CB230-63C5-67B1-22F3-AE30C6D5228B}"/>
          </ac:spMkLst>
        </pc:spChg>
        <pc:spChg chg="add mod">
          <ac:chgData name="leegyubin@soongsil.ac.kr" userId="b9d40a19-df1b-458f-86df-cd2cb0ed7b78" providerId="ADAL" clId="{C2EDD66D-DBE8-4BE9-ACBD-F3D6BC7B5612}" dt="2024-05-05T20:02:37.566" v="1029"/>
          <ac:spMkLst>
            <pc:docMk/>
            <pc:sldMk cId="1830249619" sldId="263"/>
            <ac:spMk id="54" creationId="{B0EDCC01-E2A7-A65A-7570-7A414D62ACDF}"/>
          </ac:spMkLst>
        </pc:spChg>
        <pc:spChg chg="add mod">
          <ac:chgData name="leegyubin@soongsil.ac.kr" userId="b9d40a19-df1b-458f-86df-cd2cb0ed7b78" providerId="ADAL" clId="{C2EDD66D-DBE8-4BE9-ACBD-F3D6BC7B5612}" dt="2024-05-05T20:02:37.566" v="1029"/>
          <ac:spMkLst>
            <pc:docMk/>
            <pc:sldMk cId="1830249619" sldId="263"/>
            <ac:spMk id="55" creationId="{95EE201E-8055-FA33-AEE3-74FC1C37656C}"/>
          </ac:spMkLst>
        </pc:spChg>
        <pc:spChg chg="add mod">
          <ac:chgData name="leegyubin@soongsil.ac.kr" userId="b9d40a19-df1b-458f-86df-cd2cb0ed7b78" providerId="ADAL" clId="{C2EDD66D-DBE8-4BE9-ACBD-F3D6BC7B5612}" dt="2024-05-05T20:07:04.012" v="1079" actId="404"/>
          <ac:spMkLst>
            <pc:docMk/>
            <pc:sldMk cId="1830249619" sldId="263"/>
            <ac:spMk id="57" creationId="{7A8E52E5-261A-9E8B-F5A7-74487C7D5EC8}"/>
          </ac:spMkLst>
        </pc:spChg>
        <pc:spChg chg="add mod">
          <ac:chgData name="leegyubin@soongsil.ac.kr" userId="b9d40a19-df1b-458f-86df-cd2cb0ed7b78" providerId="ADAL" clId="{C2EDD66D-DBE8-4BE9-ACBD-F3D6BC7B5612}" dt="2024-05-05T20:07:04.012" v="1079" actId="404"/>
          <ac:spMkLst>
            <pc:docMk/>
            <pc:sldMk cId="1830249619" sldId="263"/>
            <ac:spMk id="58" creationId="{1CCEA5D6-2B7D-BC60-ABBF-52D4C96613DF}"/>
          </ac:spMkLst>
        </pc:spChg>
        <pc:spChg chg="add mod">
          <ac:chgData name="leegyubin@soongsil.ac.kr" userId="b9d40a19-df1b-458f-86df-cd2cb0ed7b78" providerId="ADAL" clId="{C2EDD66D-DBE8-4BE9-ACBD-F3D6BC7B5612}" dt="2024-05-05T20:07:04.012" v="1079" actId="404"/>
          <ac:spMkLst>
            <pc:docMk/>
            <pc:sldMk cId="1830249619" sldId="263"/>
            <ac:spMk id="59" creationId="{F4EC5472-5088-EB9A-2B64-DD4F0B7AAB10}"/>
          </ac:spMkLst>
        </pc:spChg>
        <pc:spChg chg="add del mod">
          <ac:chgData name="leegyubin@soongsil.ac.kr" userId="b9d40a19-df1b-458f-86df-cd2cb0ed7b78" providerId="ADAL" clId="{C2EDD66D-DBE8-4BE9-ACBD-F3D6BC7B5612}" dt="2024-05-05T20:03:43.334" v="1057" actId="478"/>
          <ac:spMkLst>
            <pc:docMk/>
            <pc:sldMk cId="1830249619" sldId="263"/>
            <ac:spMk id="63" creationId="{831C5520-82DD-BFCC-496F-BDAA803A4F85}"/>
          </ac:spMkLst>
        </pc:spChg>
        <pc:spChg chg="add del mod">
          <ac:chgData name="leegyubin@soongsil.ac.kr" userId="b9d40a19-df1b-458f-86df-cd2cb0ed7b78" providerId="ADAL" clId="{C2EDD66D-DBE8-4BE9-ACBD-F3D6BC7B5612}" dt="2024-05-05T20:03:39.030" v="1053" actId="478"/>
          <ac:spMkLst>
            <pc:docMk/>
            <pc:sldMk cId="1830249619" sldId="263"/>
            <ac:spMk id="64" creationId="{9354E989-1DA0-08BB-0134-2FEF3B5C4C3A}"/>
          </ac:spMkLst>
        </pc:spChg>
        <pc:spChg chg="add mod">
          <ac:chgData name="leegyubin@soongsil.ac.kr" userId="b9d40a19-df1b-458f-86df-cd2cb0ed7b78" providerId="ADAL" clId="{C2EDD66D-DBE8-4BE9-ACBD-F3D6BC7B5612}" dt="2024-05-06T02:31:44.096" v="1576" actId="255"/>
          <ac:spMkLst>
            <pc:docMk/>
            <pc:sldMk cId="1830249619" sldId="263"/>
            <ac:spMk id="68" creationId="{C768BB28-9D11-C63D-F4B3-14E96778FE7B}"/>
          </ac:spMkLst>
        </pc:spChg>
        <pc:spChg chg="add mod">
          <ac:chgData name="leegyubin@soongsil.ac.kr" userId="b9d40a19-df1b-458f-86df-cd2cb0ed7b78" providerId="ADAL" clId="{C2EDD66D-DBE8-4BE9-ACBD-F3D6BC7B5612}" dt="2024-05-06T02:31:44.096" v="1576" actId="255"/>
          <ac:spMkLst>
            <pc:docMk/>
            <pc:sldMk cId="1830249619" sldId="263"/>
            <ac:spMk id="69" creationId="{0E3E47C9-4B9A-4DA1-CDA6-B61EB0DD53CD}"/>
          </ac:spMkLst>
        </pc:spChg>
        <pc:spChg chg="add mod">
          <ac:chgData name="leegyubin@soongsil.ac.kr" userId="b9d40a19-df1b-458f-86df-cd2cb0ed7b78" providerId="ADAL" clId="{C2EDD66D-DBE8-4BE9-ACBD-F3D6BC7B5612}" dt="2024-05-08T05:20:21.288" v="4577" actId="27107"/>
          <ac:spMkLst>
            <pc:docMk/>
            <pc:sldMk cId="1830249619" sldId="263"/>
            <ac:spMk id="73" creationId="{9F650967-87D5-E1E5-4315-1E251B9A3773}"/>
          </ac:spMkLst>
        </pc:spChg>
        <pc:spChg chg="add mod">
          <ac:chgData name="leegyubin@soongsil.ac.kr" userId="b9d40a19-df1b-458f-86df-cd2cb0ed7b78" providerId="ADAL" clId="{C2EDD66D-DBE8-4BE9-ACBD-F3D6BC7B5612}" dt="2024-05-06T02:42:46.754" v="1613" actId="2711"/>
          <ac:spMkLst>
            <pc:docMk/>
            <pc:sldMk cId="1830249619" sldId="263"/>
            <ac:spMk id="74" creationId="{48BD0846-8941-C703-B4D2-49931EE21F15}"/>
          </ac:spMkLst>
        </pc:spChg>
        <pc:spChg chg="add mod">
          <ac:chgData name="leegyubin@soongsil.ac.kr" userId="b9d40a19-df1b-458f-86df-cd2cb0ed7b78" providerId="ADAL" clId="{C2EDD66D-DBE8-4BE9-ACBD-F3D6BC7B5612}" dt="2024-05-06T02:42:46.754" v="1613" actId="2711"/>
          <ac:spMkLst>
            <pc:docMk/>
            <pc:sldMk cId="1830249619" sldId="263"/>
            <ac:spMk id="75" creationId="{0F27B187-69B2-4C19-3A1A-788C20C57AC5}"/>
          </ac:spMkLst>
        </pc:spChg>
        <pc:grpChg chg="add mod">
          <ac:chgData name="leegyubin@soongsil.ac.kr" userId="b9d40a19-df1b-458f-86df-cd2cb0ed7b78" providerId="ADAL" clId="{C2EDD66D-DBE8-4BE9-ACBD-F3D6BC7B5612}" dt="2024-05-05T20:02:44.051" v="1034" actId="164"/>
          <ac:grpSpMkLst>
            <pc:docMk/>
            <pc:sldMk cId="1830249619" sldId="263"/>
            <ac:grpSpMk id="65" creationId="{D995BF24-C2F0-0934-6074-7B9913CCF2F0}"/>
          </ac:grpSpMkLst>
        </pc:grpChg>
        <pc:grpChg chg="add del mod">
          <ac:chgData name="leegyubin@soongsil.ac.kr" userId="b9d40a19-df1b-458f-86df-cd2cb0ed7b78" providerId="ADAL" clId="{C2EDD66D-DBE8-4BE9-ACBD-F3D6BC7B5612}" dt="2024-05-05T20:07:52.067" v="1080" actId="478"/>
          <ac:grpSpMkLst>
            <pc:docMk/>
            <pc:sldMk cId="1830249619" sldId="263"/>
            <ac:grpSpMk id="66" creationId="{F68839E1-7DC8-3FE1-D2D2-5A4E1C3906E3}"/>
          </ac:grpSpMkLst>
        </pc:grpChg>
        <pc:picChg chg="add del mod">
          <ac:chgData name="leegyubin@soongsil.ac.kr" userId="b9d40a19-df1b-458f-86df-cd2cb0ed7b78" providerId="ADAL" clId="{C2EDD66D-DBE8-4BE9-ACBD-F3D6BC7B5612}" dt="2024-05-05T17:25:04.718" v="835" actId="478"/>
          <ac:picMkLst>
            <pc:docMk/>
            <pc:sldMk cId="1830249619" sldId="263"/>
            <ac:picMk id="5" creationId="{A82FD529-ACB3-E032-143A-F7DBD625CE28}"/>
          </ac:picMkLst>
        </pc:picChg>
        <pc:picChg chg="add del mod">
          <ac:chgData name="leegyubin@soongsil.ac.kr" userId="b9d40a19-df1b-458f-86df-cd2cb0ed7b78" providerId="ADAL" clId="{C2EDD66D-DBE8-4BE9-ACBD-F3D6BC7B5612}" dt="2024-05-05T17:47:57.700" v="853" actId="478"/>
          <ac:picMkLst>
            <pc:docMk/>
            <pc:sldMk cId="1830249619" sldId="263"/>
            <ac:picMk id="7" creationId="{7B08BC56-C740-DF41-67F9-C0C624979B48}"/>
          </ac:picMkLst>
        </pc:picChg>
        <pc:picChg chg="add del mod">
          <ac:chgData name="leegyubin@soongsil.ac.kr" userId="b9d40a19-df1b-458f-86df-cd2cb0ed7b78" providerId="ADAL" clId="{C2EDD66D-DBE8-4BE9-ACBD-F3D6BC7B5612}" dt="2024-05-05T17:47:57.197" v="852" actId="478"/>
          <ac:picMkLst>
            <pc:docMk/>
            <pc:sldMk cId="1830249619" sldId="263"/>
            <ac:picMk id="9" creationId="{ECACB5D2-6F26-F571-D2C9-273F4673AE7B}"/>
          </ac:picMkLst>
        </pc:picChg>
        <pc:picChg chg="add del mod">
          <ac:chgData name="leegyubin@soongsil.ac.kr" userId="b9d40a19-df1b-458f-86df-cd2cb0ed7b78" providerId="ADAL" clId="{C2EDD66D-DBE8-4BE9-ACBD-F3D6BC7B5612}" dt="2024-05-05T17:48:31.901" v="854" actId="478"/>
          <ac:picMkLst>
            <pc:docMk/>
            <pc:sldMk cId="1830249619" sldId="263"/>
            <ac:picMk id="11" creationId="{5385B4B6-1615-C3DD-61C1-3CC90CAE0926}"/>
          </ac:picMkLst>
        </pc:picChg>
        <pc:picChg chg="add del mod">
          <ac:chgData name="leegyubin@soongsil.ac.kr" userId="b9d40a19-df1b-458f-86df-cd2cb0ed7b78" providerId="ADAL" clId="{C2EDD66D-DBE8-4BE9-ACBD-F3D6BC7B5612}" dt="2024-05-05T18:01:06.184" v="858" actId="478"/>
          <ac:picMkLst>
            <pc:docMk/>
            <pc:sldMk cId="1830249619" sldId="263"/>
            <ac:picMk id="13" creationId="{12EC9386-CD61-43AB-F734-A6FDBB091BF2}"/>
          </ac:picMkLst>
        </pc:picChg>
        <pc:picChg chg="add del mod ord">
          <ac:chgData name="leegyubin@soongsil.ac.kr" userId="b9d40a19-df1b-458f-86df-cd2cb0ed7b78" providerId="ADAL" clId="{C2EDD66D-DBE8-4BE9-ACBD-F3D6BC7B5612}" dt="2024-05-05T19:00:46.816" v="951" actId="478"/>
          <ac:picMkLst>
            <pc:docMk/>
            <pc:sldMk cId="1830249619" sldId="263"/>
            <ac:picMk id="15" creationId="{F70A48CE-B793-406D-7933-05012E296195}"/>
          </ac:picMkLst>
        </pc:picChg>
        <pc:picChg chg="add del mod">
          <ac:chgData name="leegyubin@soongsil.ac.kr" userId="b9d40a19-df1b-458f-86df-cd2cb0ed7b78" providerId="ADAL" clId="{C2EDD66D-DBE8-4BE9-ACBD-F3D6BC7B5612}" dt="2024-05-05T18:24:11.060" v="909" actId="478"/>
          <ac:picMkLst>
            <pc:docMk/>
            <pc:sldMk cId="1830249619" sldId="263"/>
            <ac:picMk id="17" creationId="{C3CE7A2C-3906-06FE-3DE7-AB990F16B662}"/>
          </ac:picMkLst>
        </pc:picChg>
        <pc:picChg chg="add mod">
          <ac:chgData name="leegyubin@soongsil.ac.kr" userId="b9d40a19-df1b-458f-86df-cd2cb0ed7b78" providerId="ADAL" clId="{C2EDD66D-DBE8-4BE9-ACBD-F3D6BC7B5612}" dt="2024-05-05T18:17:28.559" v="897" actId="571"/>
          <ac:picMkLst>
            <pc:docMk/>
            <pc:sldMk cId="1830249619" sldId="263"/>
            <ac:picMk id="18" creationId="{FC6AB6AD-542D-EEAA-46BC-1C729D501992}"/>
          </ac:picMkLst>
        </pc:picChg>
        <pc:picChg chg="add mod">
          <ac:chgData name="leegyubin@soongsil.ac.kr" userId="b9d40a19-df1b-458f-86df-cd2cb0ed7b78" providerId="ADAL" clId="{C2EDD66D-DBE8-4BE9-ACBD-F3D6BC7B5612}" dt="2024-05-05T18:17:28.559" v="897" actId="571"/>
          <ac:picMkLst>
            <pc:docMk/>
            <pc:sldMk cId="1830249619" sldId="263"/>
            <ac:picMk id="19" creationId="{47B24DB4-72AC-650B-A74D-D96877D456DA}"/>
          </ac:picMkLst>
        </pc:picChg>
        <pc:picChg chg="add del mod">
          <ac:chgData name="leegyubin@soongsil.ac.kr" userId="b9d40a19-df1b-458f-86df-cd2cb0ed7b78" providerId="ADAL" clId="{C2EDD66D-DBE8-4BE9-ACBD-F3D6BC7B5612}" dt="2024-05-05T18:26:09.546" v="918" actId="478"/>
          <ac:picMkLst>
            <pc:docMk/>
            <pc:sldMk cId="1830249619" sldId="263"/>
            <ac:picMk id="21" creationId="{FE331951-FFF1-698F-ADEC-C2C220090BB9}"/>
          </ac:picMkLst>
        </pc:picChg>
        <pc:picChg chg="add del mod">
          <ac:chgData name="leegyubin@soongsil.ac.kr" userId="b9d40a19-df1b-458f-86df-cd2cb0ed7b78" providerId="ADAL" clId="{C2EDD66D-DBE8-4BE9-ACBD-F3D6BC7B5612}" dt="2024-05-05T18:57:04.171" v="940" actId="478"/>
          <ac:picMkLst>
            <pc:docMk/>
            <pc:sldMk cId="1830249619" sldId="263"/>
            <ac:picMk id="25" creationId="{7511FFE5-6E39-B865-DC2B-AC145653F074}"/>
          </ac:picMkLst>
        </pc:picChg>
        <pc:picChg chg="add del mod">
          <ac:chgData name="leegyubin@soongsil.ac.kr" userId="b9d40a19-df1b-458f-86df-cd2cb0ed7b78" providerId="ADAL" clId="{C2EDD66D-DBE8-4BE9-ACBD-F3D6BC7B5612}" dt="2024-05-05T18:56:57.617" v="935" actId="478"/>
          <ac:picMkLst>
            <pc:docMk/>
            <pc:sldMk cId="1830249619" sldId="263"/>
            <ac:picMk id="28" creationId="{155FDBE7-A799-E5B0-98E7-3E8340D89997}"/>
          </ac:picMkLst>
        </pc:picChg>
        <pc:picChg chg="add del mod">
          <ac:chgData name="leegyubin@soongsil.ac.kr" userId="b9d40a19-df1b-458f-86df-cd2cb0ed7b78" providerId="ADAL" clId="{C2EDD66D-DBE8-4BE9-ACBD-F3D6BC7B5612}" dt="2024-05-05T20:03:05.994" v="1046" actId="478"/>
          <ac:picMkLst>
            <pc:docMk/>
            <pc:sldMk cId="1830249619" sldId="263"/>
            <ac:picMk id="30" creationId="{B42E7974-5431-3D06-18D0-23C3EE4B1D32}"/>
          </ac:picMkLst>
        </pc:picChg>
        <pc:picChg chg="add del mod">
          <ac:chgData name="leegyubin@soongsil.ac.kr" userId="b9d40a19-df1b-458f-86df-cd2cb0ed7b78" providerId="ADAL" clId="{C2EDD66D-DBE8-4BE9-ACBD-F3D6BC7B5612}" dt="2024-05-05T19:04:49.245" v="979" actId="478"/>
          <ac:picMkLst>
            <pc:docMk/>
            <pc:sldMk cId="1830249619" sldId="263"/>
            <ac:picMk id="32" creationId="{9E5859C0-3924-20A4-61C2-781C11F10ECD}"/>
          </ac:picMkLst>
        </pc:picChg>
        <pc:picChg chg="add del mod">
          <ac:chgData name="leegyubin@soongsil.ac.kr" userId="b9d40a19-df1b-458f-86df-cd2cb0ed7b78" providerId="ADAL" clId="{C2EDD66D-DBE8-4BE9-ACBD-F3D6BC7B5612}" dt="2024-05-05T19:01:52.948" v="957" actId="478"/>
          <ac:picMkLst>
            <pc:docMk/>
            <pc:sldMk cId="1830249619" sldId="263"/>
            <ac:picMk id="34" creationId="{AE2FC4A6-ADA8-FC49-5B3A-449335E1E467}"/>
          </ac:picMkLst>
        </pc:picChg>
        <pc:picChg chg="add del mod">
          <ac:chgData name="leegyubin@soongsil.ac.kr" userId="b9d40a19-df1b-458f-86df-cd2cb0ed7b78" providerId="ADAL" clId="{C2EDD66D-DBE8-4BE9-ACBD-F3D6BC7B5612}" dt="2024-05-05T20:03:05.509" v="1045" actId="478"/>
          <ac:picMkLst>
            <pc:docMk/>
            <pc:sldMk cId="1830249619" sldId="263"/>
            <ac:picMk id="36" creationId="{6ADF7D2D-CE34-098F-AC2B-46E5A1F9CC19}"/>
          </ac:picMkLst>
        </pc:picChg>
        <pc:picChg chg="add del mod">
          <ac:chgData name="leegyubin@soongsil.ac.kr" userId="b9d40a19-df1b-458f-86df-cd2cb0ed7b78" providerId="ADAL" clId="{C2EDD66D-DBE8-4BE9-ACBD-F3D6BC7B5612}" dt="2024-05-05T19:45:46.114" v="1013" actId="478"/>
          <ac:picMkLst>
            <pc:docMk/>
            <pc:sldMk cId="1830249619" sldId="263"/>
            <ac:picMk id="38" creationId="{B964C69E-1DCD-0543-DF82-E170C317F3BD}"/>
          </ac:picMkLst>
        </pc:picChg>
        <pc:picChg chg="add mod">
          <ac:chgData name="leegyubin@soongsil.ac.kr" userId="b9d40a19-df1b-458f-86df-cd2cb0ed7b78" providerId="ADAL" clId="{C2EDD66D-DBE8-4BE9-ACBD-F3D6BC7B5612}" dt="2024-05-05T19:42:57.733" v="1006"/>
          <ac:picMkLst>
            <pc:docMk/>
            <pc:sldMk cId="1830249619" sldId="263"/>
            <ac:picMk id="40" creationId="{C2BEF63D-3346-37DA-1401-FD4E7F6EC8CE}"/>
          </ac:picMkLst>
        </pc:picChg>
        <pc:picChg chg="add del mod">
          <ac:chgData name="leegyubin@soongsil.ac.kr" userId="b9d40a19-df1b-458f-86df-cd2cb0ed7b78" providerId="ADAL" clId="{C2EDD66D-DBE8-4BE9-ACBD-F3D6BC7B5612}" dt="2024-05-05T19:46:54.587" v="1024" actId="478"/>
          <ac:picMkLst>
            <pc:docMk/>
            <pc:sldMk cId="1830249619" sldId="263"/>
            <ac:picMk id="42" creationId="{F6043CFC-509C-7405-B734-4FA4FCD8D6B5}"/>
          </ac:picMkLst>
        </pc:picChg>
        <pc:picChg chg="add del mod">
          <ac:chgData name="leegyubin@soongsil.ac.kr" userId="b9d40a19-df1b-458f-86df-cd2cb0ed7b78" providerId="ADAL" clId="{C2EDD66D-DBE8-4BE9-ACBD-F3D6BC7B5612}" dt="2024-05-05T19:45:51.994" v="1020" actId="478"/>
          <ac:picMkLst>
            <pc:docMk/>
            <pc:sldMk cId="1830249619" sldId="263"/>
            <ac:picMk id="44" creationId="{0FFBE171-71F2-062D-0358-8F82D4A5C1B8}"/>
          </ac:picMkLst>
        </pc:picChg>
        <pc:picChg chg="add del mod modCrop">
          <ac:chgData name="leegyubin@soongsil.ac.kr" userId="b9d40a19-df1b-458f-86df-cd2cb0ed7b78" providerId="ADAL" clId="{C2EDD66D-DBE8-4BE9-ACBD-F3D6BC7B5612}" dt="2024-05-05T21:07:56.583" v="1230" actId="478"/>
          <ac:picMkLst>
            <pc:docMk/>
            <pc:sldMk cId="1830249619" sldId="263"/>
            <ac:picMk id="46" creationId="{019C3090-2B23-CFE7-0644-DF4229D3BEA0}"/>
          </ac:picMkLst>
        </pc:picChg>
        <pc:picChg chg="add mod">
          <ac:chgData name="leegyubin@soongsil.ac.kr" userId="b9d40a19-df1b-458f-86df-cd2cb0ed7b78" providerId="ADAL" clId="{C2EDD66D-DBE8-4BE9-ACBD-F3D6BC7B5612}" dt="2024-05-05T20:02:37.566" v="1029"/>
          <ac:picMkLst>
            <pc:docMk/>
            <pc:sldMk cId="1830249619" sldId="263"/>
            <ac:picMk id="47" creationId="{29DE219F-5679-4311-5530-6E048B1FE2E2}"/>
          </ac:picMkLst>
        </pc:picChg>
        <pc:picChg chg="add mod">
          <ac:chgData name="leegyubin@soongsil.ac.kr" userId="b9d40a19-df1b-458f-86df-cd2cb0ed7b78" providerId="ADAL" clId="{C2EDD66D-DBE8-4BE9-ACBD-F3D6BC7B5612}" dt="2024-05-05T20:02:46.104" v="1035" actId="164"/>
          <ac:picMkLst>
            <pc:docMk/>
            <pc:sldMk cId="1830249619" sldId="263"/>
            <ac:picMk id="56" creationId="{AE39877C-8316-2056-47DA-5B5E4C5E6A57}"/>
          </ac:picMkLst>
        </pc:picChg>
        <pc:picChg chg="add del mod modCrop">
          <ac:chgData name="leegyubin@soongsil.ac.kr" userId="b9d40a19-df1b-458f-86df-cd2cb0ed7b78" providerId="ADAL" clId="{C2EDD66D-DBE8-4BE9-ACBD-F3D6BC7B5612}" dt="2024-05-05T21:08:33.103" v="1241" actId="478"/>
          <ac:picMkLst>
            <pc:docMk/>
            <pc:sldMk cId="1830249619" sldId="263"/>
            <ac:picMk id="67" creationId="{32DD4306-A822-F84F-900F-CA9649AB3CE9}"/>
          </ac:picMkLst>
        </pc:picChg>
        <pc:picChg chg="add mod">
          <ac:chgData name="leegyubin@soongsil.ac.kr" userId="b9d40a19-df1b-458f-86df-cd2cb0ed7b78" providerId="ADAL" clId="{C2EDD66D-DBE8-4BE9-ACBD-F3D6BC7B5612}" dt="2024-05-05T20:17:35.842" v="1208" actId="1076"/>
          <ac:picMkLst>
            <pc:docMk/>
            <pc:sldMk cId="1830249619" sldId="263"/>
            <ac:picMk id="71" creationId="{9EFAD429-39C3-96A8-E6F2-D18F54C51147}"/>
          </ac:picMkLst>
        </pc:picChg>
        <pc:picChg chg="add mod ord modCrop">
          <ac:chgData name="leegyubin@soongsil.ac.kr" userId="b9d40a19-df1b-458f-86df-cd2cb0ed7b78" providerId="ADAL" clId="{C2EDD66D-DBE8-4BE9-ACBD-F3D6BC7B5612}" dt="2024-05-05T21:08:27.543" v="1239" actId="732"/>
          <ac:picMkLst>
            <pc:docMk/>
            <pc:sldMk cId="1830249619" sldId="263"/>
            <ac:picMk id="77" creationId="{457EE6C7-D0F4-AF1B-8487-BD2181ABD191}"/>
          </ac:picMkLst>
        </pc:picChg>
        <pc:picChg chg="add mod">
          <ac:chgData name="leegyubin@soongsil.ac.kr" userId="b9d40a19-df1b-458f-86df-cd2cb0ed7b78" providerId="ADAL" clId="{C2EDD66D-DBE8-4BE9-ACBD-F3D6BC7B5612}" dt="2024-05-05T21:08:07.753" v="1234" actId="571"/>
          <ac:picMkLst>
            <pc:docMk/>
            <pc:sldMk cId="1830249619" sldId="263"/>
            <ac:picMk id="78" creationId="{1AF5A302-5CD8-7F65-4799-9330F47237DA}"/>
          </ac:picMkLst>
        </pc:picChg>
        <pc:picChg chg="add mod ord modCrop">
          <ac:chgData name="leegyubin@soongsil.ac.kr" userId="b9d40a19-df1b-458f-86df-cd2cb0ed7b78" providerId="ADAL" clId="{C2EDD66D-DBE8-4BE9-ACBD-F3D6BC7B5612}" dt="2024-05-05T21:08:36.698" v="1243" actId="167"/>
          <ac:picMkLst>
            <pc:docMk/>
            <pc:sldMk cId="1830249619" sldId="263"/>
            <ac:picMk id="79" creationId="{8E034CFD-C4BB-F5C6-5A86-4885B29136EC}"/>
          </ac:picMkLst>
        </pc:picChg>
        <pc:cxnChg chg="add del">
          <ac:chgData name="leegyubin@soongsil.ac.kr" userId="b9d40a19-df1b-458f-86df-cd2cb0ed7b78" providerId="ADAL" clId="{C2EDD66D-DBE8-4BE9-ACBD-F3D6BC7B5612}" dt="2024-05-05T18:17:43.119" v="903" actId="26606"/>
          <ac:cxnSpMkLst>
            <pc:docMk/>
            <pc:sldMk cId="1830249619" sldId="263"/>
            <ac:cxnSpMk id="26" creationId="{8C730EAB-A532-4295-A302-FB4B90DB9F5E}"/>
          </ac:cxnSpMkLst>
        </pc:cxnChg>
        <pc:cxnChg chg="add mod">
          <ac:chgData name="leegyubin@soongsil.ac.kr" userId="b9d40a19-df1b-458f-86df-cd2cb0ed7b78" providerId="ADAL" clId="{C2EDD66D-DBE8-4BE9-ACBD-F3D6BC7B5612}" dt="2024-05-05T20:02:37.566" v="1029"/>
          <ac:cxnSpMkLst>
            <pc:docMk/>
            <pc:sldMk cId="1830249619" sldId="263"/>
            <ac:cxnSpMk id="51" creationId="{FD390E80-3CF6-6295-8F48-4B63FEF423E2}"/>
          </ac:cxnSpMkLst>
        </pc:cxnChg>
        <pc:cxnChg chg="add mod">
          <ac:chgData name="leegyubin@soongsil.ac.kr" userId="b9d40a19-df1b-458f-86df-cd2cb0ed7b78" providerId="ADAL" clId="{C2EDD66D-DBE8-4BE9-ACBD-F3D6BC7B5612}" dt="2024-05-05T20:02:37.566" v="1029"/>
          <ac:cxnSpMkLst>
            <pc:docMk/>
            <pc:sldMk cId="1830249619" sldId="263"/>
            <ac:cxnSpMk id="52" creationId="{22F3DEA2-C352-244C-324F-1B3C7B19B8E4}"/>
          </ac:cxnSpMkLst>
        </pc:cxnChg>
        <pc:cxnChg chg="add mod">
          <ac:chgData name="leegyubin@soongsil.ac.kr" userId="b9d40a19-df1b-458f-86df-cd2cb0ed7b78" providerId="ADAL" clId="{C2EDD66D-DBE8-4BE9-ACBD-F3D6BC7B5612}" dt="2024-05-05T20:02:37.566" v="1029"/>
          <ac:cxnSpMkLst>
            <pc:docMk/>
            <pc:sldMk cId="1830249619" sldId="263"/>
            <ac:cxnSpMk id="53" creationId="{B4DD5137-2579-7D43-524F-C0292C0F8EBC}"/>
          </ac:cxnSpMkLst>
        </pc:cxnChg>
        <pc:cxnChg chg="add mod">
          <ac:chgData name="leegyubin@soongsil.ac.kr" userId="b9d40a19-df1b-458f-86df-cd2cb0ed7b78" providerId="ADAL" clId="{C2EDD66D-DBE8-4BE9-ACBD-F3D6BC7B5612}" dt="2024-05-05T20:07:52.067" v="1080" actId="478"/>
          <ac:cxnSpMkLst>
            <pc:docMk/>
            <pc:sldMk cId="1830249619" sldId="263"/>
            <ac:cxnSpMk id="60" creationId="{2B647984-B259-B528-4E98-64240848A5B1}"/>
          </ac:cxnSpMkLst>
        </pc:cxnChg>
        <pc:cxnChg chg="add del mod">
          <ac:chgData name="leegyubin@soongsil.ac.kr" userId="b9d40a19-df1b-458f-86df-cd2cb0ed7b78" providerId="ADAL" clId="{C2EDD66D-DBE8-4BE9-ACBD-F3D6BC7B5612}" dt="2024-05-05T20:03:36.343" v="1050" actId="478"/>
          <ac:cxnSpMkLst>
            <pc:docMk/>
            <pc:sldMk cId="1830249619" sldId="263"/>
            <ac:cxnSpMk id="61" creationId="{096A7221-E757-57B8-D4E6-DF362B00A6B7}"/>
          </ac:cxnSpMkLst>
        </pc:cxnChg>
        <pc:cxnChg chg="add del mod">
          <ac:chgData name="leegyubin@soongsil.ac.kr" userId="b9d40a19-df1b-458f-86df-cd2cb0ed7b78" providerId="ADAL" clId="{C2EDD66D-DBE8-4BE9-ACBD-F3D6BC7B5612}" dt="2024-05-05T20:03:40.359" v="1054" actId="478"/>
          <ac:cxnSpMkLst>
            <pc:docMk/>
            <pc:sldMk cId="1830249619" sldId="263"/>
            <ac:cxnSpMk id="62" creationId="{F29437E8-FAB5-87E8-203B-0F10A5A484C4}"/>
          </ac:cxnSpMkLst>
        </pc:cxnChg>
      </pc:sldChg>
      <pc:sldChg chg="addSp delSp modSp new mod">
        <pc:chgData name="leegyubin@soongsil.ac.kr" userId="b9d40a19-df1b-458f-86df-cd2cb0ed7b78" providerId="ADAL" clId="{C2EDD66D-DBE8-4BE9-ACBD-F3D6BC7B5612}" dt="2024-05-06T05:55:37.886" v="2047" actId="478"/>
        <pc:sldMkLst>
          <pc:docMk/>
          <pc:sldMk cId="279095424" sldId="264"/>
        </pc:sldMkLst>
        <pc:spChg chg="del">
          <ac:chgData name="leegyubin@soongsil.ac.kr" userId="b9d40a19-df1b-458f-86df-cd2cb0ed7b78" providerId="ADAL" clId="{C2EDD66D-DBE8-4BE9-ACBD-F3D6BC7B5612}" dt="2024-05-05T20:02:59.118" v="1041" actId="478"/>
          <ac:spMkLst>
            <pc:docMk/>
            <pc:sldMk cId="279095424" sldId="264"/>
            <ac:spMk id="2" creationId="{F3E576FC-E18B-562D-8406-FB593936A755}"/>
          </ac:spMkLst>
        </pc:spChg>
        <pc:spChg chg="del">
          <ac:chgData name="leegyubin@soongsil.ac.kr" userId="b9d40a19-df1b-458f-86df-cd2cb0ed7b78" providerId="ADAL" clId="{C2EDD66D-DBE8-4BE9-ACBD-F3D6BC7B5612}" dt="2024-05-05T20:02:59.118" v="1041" actId="478"/>
          <ac:spMkLst>
            <pc:docMk/>
            <pc:sldMk cId="279095424" sldId="264"/>
            <ac:spMk id="3" creationId="{86E6B121-9007-B0D2-FBD3-56FDDAA0A634}"/>
          </ac:spMkLst>
        </pc:spChg>
        <pc:spChg chg="add mod">
          <ac:chgData name="leegyubin@soongsil.ac.kr" userId="b9d40a19-df1b-458f-86df-cd2cb0ed7b78" providerId="ADAL" clId="{C2EDD66D-DBE8-4BE9-ACBD-F3D6BC7B5612}" dt="2024-05-05T21:29:26.851" v="1383" actId="1037"/>
          <ac:spMkLst>
            <pc:docMk/>
            <pc:sldMk cId="279095424" sldId="264"/>
            <ac:spMk id="7" creationId="{BEB8E09E-EF64-40DB-C5DE-A05F15760F0D}"/>
          </ac:spMkLst>
        </pc:spChg>
        <pc:spChg chg="add mod">
          <ac:chgData name="leegyubin@soongsil.ac.kr" userId="b9d40a19-df1b-458f-86df-cd2cb0ed7b78" providerId="ADAL" clId="{C2EDD66D-DBE8-4BE9-ACBD-F3D6BC7B5612}" dt="2024-05-05T21:18:44.739" v="1341" actId="554"/>
          <ac:spMkLst>
            <pc:docMk/>
            <pc:sldMk cId="279095424" sldId="264"/>
            <ac:spMk id="8" creationId="{37C289C9-D085-97B6-8EAF-14D474D6739F}"/>
          </ac:spMkLst>
        </pc:spChg>
        <pc:spChg chg="add del">
          <ac:chgData name="leegyubin@soongsil.ac.kr" userId="b9d40a19-df1b-458f-86df-cd2cb0ed7b78" providerId="ADAL" clId="{C2EDD66D-DBE8-4BE9-ACBD-F3D6BC7B5612}" dt="2024-05-05T21:18:33.809" v="1333" actId="478"/>
          <ac:spMkLst>
            <pc:docMk/>
            <pc:sldMk cId="279095424" sldId="264"/>
            <ac:spMk id="9" creationId="{D08C041C-8997-57A3-A7B3-10D3E1E1B0B5}"/>
          </ac:spMkLst>
        </pc:spChg>
        <pc:spChg chg="add del mod">
          <ac:chgData name="leegyubin@soongsil.ac.kr" userId="b9d40a19-df1b-458f-86df-cd2cb0ed7b78" providerId="ADAL" clId="{C2EDD66D-DBE8-4BE9-ACBD-F3D6BC7B5612}" dt="2024-05-05T21:18:33.977" v="1334" actId="478"/>
          <ac:spMkLst>
            <pc:docMk/>
            <pc:sldMk cId="279095424" sldId="264"/>
            <ac:spMk id="10" creationId="{0B56F904-F8E5-C9D8-7419-141D389BDC66}"/>
          </ac:spMkLst>
        </pc:spChg>
        <pc:spChg chg="add del mod">
          <ac:chgData name="leegyubin@soongsil.ac.kr" userId="b9d40a19-df1b-458f-86df-cd2cb0ed7b78" providerId="ADAL" clId="{C2EDD66D-DBE8-4BE9-ACBD-F3D6BC7B5612}" dt="2024-05-05T21:34:03.739" v="1469" actId="478"/>
          <ac:spMkLst>
            <pc:docMk/>
            <pc:sldMk cId="279095424" sldId="264"/>
            <ac:spMk id="11" creationId="{05F00810-D23B-ECDF-2E7F-41B364740061}"/>
          </ac:spMkLst>
        </pc:spChg>
        <pc:spChg chg="add del mod">
          <ac:chgData name="leegyubin@soongsil.ac.kr" userId="b9d40a19-df1b-458f-86df-cd2cb0ed7b78" providerId="ADAL" clId="{C2EDD66D-DBE8-4BE9-ACBD-F3D6BC7B5612}" dt="2024-05-05T21:34:00.827" v="1466" actId="478"/>
          <ac:spMkLst>
            <pc:docMk/>
            <pc:sldMk cId="279095424" sldId="264"/>
            <ac:spMk id="12" creationId="{5623719A-32E9-2BDA-8D03-85506A55FEDC}"/>
          </ac:spMkLst>
        </pc:spChg>
        <pc:grpChg chg="add mod">
          <ac:chgData name="leegyubin@soongsil.ac.kr" userId="b9d40a19-df1b-458f-86df-cd2cb0ed7b78" providerId="ADAL" clId="{C2EDD66D-DBE8-4BE9-ACBD-F3D6BC7B5612}" dt="2024-05-05T21:16:45.828" v="1303" actId="164"/>
          <ac:grpSpMkLst>
            <pc:docMk/>
            <pc:sldMk cId="279095424" sldId="264"/>
            <ac:grpSpMk id="6" creationId="{7BC0BC56-A65B-F02E-49CE-A3C658B0E864}"/>
          </ac:grpSpMkLst>
        </pc:grpChg>
        <pc:picChg chg="add del mod">
          <ac:chgData name="leegyubin@soongsil.ac.kr" userId="b9d40a19-df1b-458f-86df-cd2cb0ed7b78" providerId="ADAL" clId="{C2EDD66D-DBE8-4BE9-ACBD-F3D6BC7B5612}" dt="2024-05-05T21:30:43.554" v="1409" actId="478"/>
          <ac:picMkLst>
            <pc:docMk/>
            <pc:sldMk cId="279095424" sldId="264"/>
            <ac:picMk id="4" creationId="{E1AAF268-FF30-77AB-3A2D-225521589EEF}"/>
          </ac:picMkLst>
        </pc:picChg>
        <pc:picChg chg="add del mod">
          <ac:chgData name="leegyubin@soongsil.ac.kr" userId="b9d40a19-df1b-458f-86df-cd2cb0ed7b78" providerId="ADAL" clId="{C2EDD66D-DBE8-4BE9-ACBD-F3D6BC7B5612}" dt="2024-05-06T05:55:37.886" v="2047" actId="478"/>
          <ac:picMkLst>
            <pc:docMk/>
            <pc:sldMk cId="279095424" sldId="264"/>
            <ac:picMk id="5" creationId="{4FCB3604-CE7A-7B8A-B17D-BAF016C0DB6E}"/>
          </ac:picMkLst>
        </pc:picChg>
        <pc:picChg chg="add del mod">
          <ac:chgData name="leegyubin@soongsil.ac.kr" userId="b9d40a19-df1b-458f-86df-cd2cb0ed7b78" providerId="ADAL" clId="{C2EDD66D-DBE8-4BE9-ACBD-F3D6BC7B5612}" dt="2024-05-05T21:33:13.899" v="1427" actId="478"/>
          <ac:picMkLst>
            <pc:docMk/>
            <pc:sldMk cId="279095424" sldId="264"/>
            <ac:picMk id="14" creationId="{3DAF0EB0-36E6-FBEA-2AF6-27994C8E5EFA}"/>
          </ac:picMkLst>
        </pc:picChg>
        <pc:picChg chg="add del mod">
          <ac:chgData name="leegyubin@soongsil.ac.kr" userId="b9d40a19-df1b-458f-86df-cd2cb0ed7b78" providerId="ADAL" clId="{C2EDD66D-DBE8-4BE9-ACBD-F3D6BC7B5612}" dt="2024-05-05T21:31:03.475" v="1420" actId="478"/>
          <ac:picMkLst>
            <pc:docMk/>
            <pc:sldMk cId="279095424" sldId="264"/>
            <ac:picMk id="16" creationId="{C037BB52-3F4F-B5AB-53E5-43B432EFF522}"/>
          </ac:picMkLst>
        </pc:picChg>
        <pc:picChg chg="add del mod">
          <ac:chgData name="leegyubin@soongsil.ac.kr" userId="b9d40a19-df1b-458f-86df-cd2cb0ed7b78" providerId="ADAL" clId="{C2EDD66D-DBE8-4BE9-ACBD-F3D6BC7B5612}" dt="2024-05-06T03:44:23.012" v="2019" actId="1076"/>
          <ac:picMkLst>
            <pc:docMk/>
            <pc:sldMk cId="279095424" sldId="264"/>
            <ac:picMk id="18" creationId="{E7E0ABD3-EEC0-D06B-27C5-9EA0B837A274}"/>
          </ac:picMkLst>
        </pc:picChg>
        <pc:picChg chg="add mod ord">
          <ac:chgData name="leegyubin@soongsil.ac.kr" userId="b9d40a19-df1b-458f-86df-cd2cb0ed7b78" providerId="ADAL" clId="{C2EDD66D-DBE8-4BE9-ACBD-F3D6BC7B5612}" dt="2024-05-06T05:55:30.657" v="2043" actId="167"/>
          <ac:picMkLst>
            <pc:docMk/>
            <pc:sldMk cId="279095424" sldId="264"/>
            <ac:picMk id="20" creationId="{390DC148-2363-3BBF-12BC-58708B410DD8}"/>
          </ac:picMkLst>
        </pc:picChg>
      </pc:sldChg>
      <pc:sldChg chg="delSp new del mod">
        <pc:chgData name="leegyubin@soongsil.ac.kr" userId="b9d40a19-df1b-458f-86df-cd2cb0ed7b78" providerId="ADAL" clId="{C2EDD66D-DBE8-4BE9-ACBD-F3D6BC7B5612}" dt="2024-05-06T03:35:01.519" v="1952" actId="47"/>
        <pc:sldMkLst>
          <pc:docMk/>
          <pc:sldMk cId="3699016547" sldId="265"/>
        </pc:sldMkLst>
        <pc:spChg chg="del">
          <ac:chgData name="leegyubin@soongsil.ac.kr" userId="b9d40a19-df1b-458f-86df-cd2cb0ed7b78" providerId="ADAL" clId="{C2EDD66D-DBE8-4BE9-ACBD-F3D6BC7B5612}" dt="2024-05-06T02:16:18.761" v="1471" actId="478"/>
          <ac:spMkLst>
            <pc:docMk/>
            <pc:sldMk cId="3699016547" sldId="265"/>
            <ac:spMk id="2" creationId="{F06CB6B3-3CCC-1694-4DEA-6844F920B7B1}"/>
          </ac:spMkLst>
        </pc:spChg>
        <pc:spChg chg="del">
          <ac:chgData name="leegyubin@soongsil.ac.kr" userId="b9d40a19-df1b-458f-86df-cd2cb0ed7b78" providerId="ADAL" clId="{C2EDD66D-DBE8-4BE9-ACBD-F3D6BC7B5612}" dt="2024-05-06T02:16:18.761" v="1471" actId="478"/>
          <ac:spMkLst>
            <pc:docMk/>
            <pc:sldMk cId="3699016547" sldId="265"/>
            <ac:spMk id="3" creationId="{03C96DC1-3199-2BE6-144E-25089915A70D}"/>
          </ac:spMkLst>
        </pc:spChg>
      </pc:sldChg>
      <pc:sldChg chg="addSp delSp modSp add mod">
        <pc:chgData name="leegyubin@soongsil.ac.kr" userId="b9d40a19-df1b-458f-86df-cd2cb0ed7b78" providerId="ADAL" clId="{C2EDD66D-DBE8-4BE9-ACBD-F3D6BC7B5612}" dt="2024-05-06T03:44:34.983" v="2020" actId="2711"/>
        <pc:sldMkLst>
          <pc:docMk/>
          <pc:sldMk cId="84118147" sldId="268"/>
        </pc:sldMkLst>
        <pc:spChg chg="del mod">
          <ac:chgData name="leegyubin@soongsil.ac.kr" userId="b9d40a19-df1b-458f-86df-cd2cb0ed7b78" providerId="ADAL" clId="{C2EDD66D-DBE8-4BE9-ACBD-F3D6BC7B5612}" dt="2024-05-06T03:19:55.164" v="1926" actId="478"/>
          <ac:spMkLst>
            <pc:docMk/>
            <pc:sldMk cId="84118147" sldId="268"/>
            <ac:spMk id="7" creationId="{38B729E0-7BC1-7394-D0D0-FD948C236D5D}"/>
          </ac:spMkLst>
        </pc:spChg>
        <pc:spChg chg="del mod">
          <ac:chgData name="leegyubin@soongsil.ac.kr" userId="b9d40a19-df1b-458f-86df-cd2cb0ed7b78" providerId="ADAL" clId="{C2EDD66D-DBE8-4BE9-ACBD-F3D6BC7B5612}" dt="2024-05-06T03:19:55.164" v="1926" actId="478"/>
          <ac:spMkLst>
            <pc:docMk/>
            <pc:sldMk cId="84118147" sldId="268"/>
            <ac:spMk id="9" creationId="{F8FC3FBD-3F86-AFCA-22ED-2C2DA61610EC}"/>
          </ac:spMkLst>
        </pc:spChg>
        <pc:spChg chg="del mod">
          <ac:chgData name="leegyubin@soongsil.ac.kr" userId="b9d40a19-df1b-458f-86df-cd2cb0ed7b78" providerId="ADAL" clId="{C2EDD66D-DBE8-4BE9-ACBD-F3D6BC7B5612}" dt="2024-05-06T03:19:55.164" v="1926" actId="478"/>
          <ac:spMkLst>
            <pc:docMk/>
            <pc:sldMk cId="84118147" sldId="268"/>
            <ac:spMk id="11" creationId="{7610AB51-E3E5-1133-F248-497EE4537DE6}"/>
          </ac:spMkLst>
        </pc:spChg>
        <pc:spChg chg="del mod">
          <ac:chgData name="leegyubin@soongsil.ac.kr" userId="b9d40a19-df1b-458f-86df-cd2cb0ed7b78" providerId="ADAL" clId="{C2EDD66D-DBE8-4BE9-ACBD-F3D6BC7B5612}" dt="2024-05-06T03:19:55.164" v="1926" actId="478"/>
          <ac:spMkLst>
            <pc:docMk/>
            <pc:sldMk cId="84118147" sldId="268"/>
            <ac:spMk id="14" creationId="{92013FC4-9903-DFDF-5B80-A16F316BEA0A}"/>
          </ac:spMkLst>
        </pc:spChg>
        <pc:spChg chg="add mod">
          <ac:chgData name="leegyubin@soongsil.ac.kr" userId="b9d40a19-df1b-458f-86df-cd2cb0ed7b78" providerId="ADAL" clId="{C2EDD66D-DBE8-4BE9-ACBD-F3D6BC7B5612}" dt="2024-05-06T02:24:57.976" v="1519" actId="1076"/>
          <ac:spMkLst>
            <pc:docMk/>
            <pc:sldMk cId="84118147" sldId="268"/>
            <ac:spMk id="17" creationId="{913FC166-7484-FC89-B77C-10F52F99B4BE}"/>
          </ac:spMkLst>
        </pc:spChg>
        <pc:spChg chg="add del mod">
          <ac:chgData name="leegyubin@soongsil.ac.kr" userId="b9d40a19-df1b-458f-86df-cd2cb0ed7b78" providerId="ADAL" clId="{C2EDD66D-DBE8-4BE9-ACBD-F3D6BC7B5612}" dt="2024-05-06T02:48:11.478" v="1673" actId="478"/>
          <ac:spMkLst>
            <pc:docMk/>
            <pc:sldMk cId="84118147" sldId="268"/>
            <ac:spMk id="18" creationId="{EEBC5CB1-6E1C-5A53-7CA7-0BEAFAA259AB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20" creationId="{A15BB9CD-9172-EC58-4669-E6D67DD4293E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21" creationId="{EF116C7D-5BF9-A828-87FF-812985A3E8FA}"/>
          </ac:spMkLst>
        </pc:spChg>
        <pc:spChg chg="add del mod">
          <ac:chgData name="leegyubin@soongsil.ac.kr" userId="b9d40a19-df1b-458f-86df-cd2cb0ed7b78" providerId="ADAL" clId="{C2EDD66D-DBE8-4BE9-ACBD-F3D6BC7B5612}" dt="2024-05-06T02:48:12.254" v="1674" actId="478"/>
          <ac:spMkLst>
            <pc:docMk/>
            <pc:sldMk cId="84118147" sldId="268"/>
            <ac:spMk id="24" creationId="{0A3E720C-522B-A73D-3FE6-35B91AF03EA7}"/>
          </ac:spMkLst>
        </pc:spChg>
        <pc:spChg chg="add mod">
          <ac:chgData name="leegyubin@soongsil.ac.kr" userId="b9d40a19-df1b-458f-86df-cd2cb0ed7b78" providerId="ADAL" clId="{C2EDD66D-DBE8-4BE9-ACBD-F3D6BC7B5612}" dt="2024-05-06T02:25:38.544" v="1526"/>
          <ac:spMkLst>
            <pc:docMk/>
            <pc:sldMk cId="84118147" sldId="268"/>
            <ac:spMk id="28" creationId="{E8DD8765-3744-CD37-0918-3A998BDCE9CA}"/>
          </ac:spMkLst>
        </pc:spChg>
        <pc:spChg chg="add mod">
          <ac:chgData name="leegyubin@soongsil.ac.kr" userId="b9d40a19-df1b-458f-86df-cd2cb0ed7b78" providerId="ADAL" clId="{C2EDD66D-DBE8-4BE9-ACBD-F3D6BC7B5612}" dt="2024-05-06T02:25:38.544" v="1526"/>
          <ac:spMkLst>
            <pc:docMk/>
            <pc:sldMk cId="84118147" sldId="268"/>
            <ac:spMk id="29" creationId="{9404F061-FEDE-6466-7A77-6167098292BF}"/>
          </ac:spMkLst>
        </pc:spChg>
        <pc:spChg chg="add mod">
          <ac:chgData name="leegyubin@soongsil.ac.kr" userId="b9d40a19-df1b-458f-86df-cd2cb0ed7b78" providerId="ADAL" clId="{C2EDD66D-DBE8-4BE9-ACBD-F3D6BC7B5612}" dt="2024-05-06T02:25:38.544" v="1526"/>
          <ac:spMkLst>
            <pc:docMk/>
            <pc:sldMk cId="84118147" sldId="268"/>
            <ac:spMk id="33" creationId="{678EF929-BF69-B8F3-41F6-06798B885E00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44" creationId="{5EBBA57B-68D4-7AAF-DD70-53720D008084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54" creationId="{78BBA80B-E2A2-5382-C5F4-E948BF93B9E3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55" creationId="{B44BF50D-55B6-29D1-68E9-53361F794924}"/>
          </ac:spMkLst>
        </pc:spChg>
        <pc:spChg chg="mod topLvl">
          <ac:chgData name="leegyubin@soongsil.ac.kr" userId="b9d40a19-df1b-458f-86df-cd2cb0ed7b78" providerId="ADAL" clId="{C2EDD66D-DBE8-4BE9-ACBD-F3D6BC7B5612}" dt="2024-05-06T03:42:30.448" v="2003" actId="165"/>
          <ac:spMkLst>
            <pc:docMk/>
            <pc:sldMk cId="84118147" sldId="268"/>
            <ac:spMk id="60" creationId="{3F879F10-698E-0002-DC29-CF90385D9245}"/>
          </ac:spMkLst>
        </pc:spChg>
        <pc:spChg chg="mod ord topLvl">
          <ac:chgData name="leegyubin@soongsil.ac.kr" userId="b9d40a19-df1b-458f-86df-cd2cb0ed7b78" providerId="ADAL" clId="{C2EDD66D-DBE8-4BE9-ACBD-F3D6BC7B5612}" dt="2024-05-06T03:44:34.983" v="2020" actId="2711"/>
          <ac:spMkLst>
            <pc:docMk/>
            <pc:sldMk cId="84118147" sldId="268"/>
            <ac:spMk id="61" creationId="{55828443-C7AA-0029-D03C-07128FD49E32}"/>
          </ac:spMkLst>
        </pc:spChg>
        <pc:spChg chg="del mod">
          <ac:chgData name="leegyubin@soongsil.ac.kr" userId="b9d40a19-df1b-458f-86df-cd2cb0ed7b78" providerId="ADAL" clId="{C2EDD66D-DBE8-4BE9-ACBD-F3D6BC7B5612}" dt="2024-05-06T03:19:55.164" v="1926" actId="478"/>
          <ac:spMkLst>
            <pc:docMk/>
            <pc:sldMk cId="84118147" sldId="268"/>
            <ac:spMk id="62" creationId="{25449347-4EE8-0ACE-34EA-556E04901003}"/>
          </ac:spMkLst>
        </pc:spChg>
        <pc:spChg chg="del mod">
          <ac:chgData name="leegyubin@soongsil.ac.kr" userId="b9d40a19-df1b-458f-86df-cd2cb0ed7b78" providerId="ADAL" clId="{C2EDD66D-DBE8-4BE9-ACBD-F3D6BC7B5612}" dt="2024-05-06T03:15:24.841" v="1880" actId="478"/>
          <ac:spMkLst>
            <pc:docMk/>
            <pc:sldMk cId="84118147" sldId="268"/>
            <ac:spMk id="65" creationId="{A1378FDC-4600-BE47-38DA-E5230282A102}"/>
          </ac:spMkLst>
        </pc:spChg>
        <pc:spChg chg="add mod">
          <ac:chgData name="leegyubin@soongsil.ac.kr" userId="b9d40a19-df1b-458f-86df-cd2cb0ed7b78" providerId="ADAL" clId="{C2EDD66D-DBE8-4BE9-ACBD-F3D6BC7B5612}" dt="2024-05-06T02:45:48.289" v="1630" actId="571"/>
          <ac:spMkLst>
            <pc:docMk/>
            <pc:sldMk cId="84118147" sldId="268"/>
            <ac:spMk id="72" creationId="{265D3672-FD22-BB11-6235-898772578508}"/>
          </ac:spMkLst>
        </pc:spChg>
        <pc:spChg chg="add mod">
          <ac:chgData name="leegyubin@soongsil.ac.kr" userId="b9d40a19-df1b-458f-86df-cd2cb0ed7b78" providerId="ADAL" clId="{C2EDD66D-DBE8-4BE9-ACBD-F3D6BC7B5612}" dt="2024-05-06T02:47:51.290" v="1666" actId="571"/>
          <ac:spMkLst>
            <pc:docMk/>
            <pc:sldMk cId="84118147" sldId="268"/>
            <ac:spMk id="78" creationId="{3F278B73-C57D-74F4-FF2A-EA193D62F554}"/>
          </ac:spMkLst>
        </pc:spChg>
        <pc:spChg chg="add mod">
          <ac:chgData name="leegyubin@soongsil.ac.kr" userId="b9d40a19-df1b-458f-86df-cd2cb0ed7b78" providerId="ADAL" clId="{C2EDD66D-DBE8-4BE9-ACBD-F3D6BC7B5612}" dt="2024-05-06T03:05:46.586" v="1776" actId="571"/>
          <ac:spMkLst>
            <pc:docMk/>
            <pc:sldMk cId="84118147" sldId="268"/>
            <ac:spMk id="105" creationId="{FF3FEB12-7B22-572F-54A0-FC3942D65097}"/>
          </ac:spMkLst>
        </pc:spChg>
        <pc:spChg chg="add mod topLvl">
          <ac:chgData name="leegyubin@soongsil.ac.kr" userId="b9d40a19-df1b-458f-86df-cd2cb0ed7b78" providerId="ADAL" clId="{C2EDD66D-DBE8-4BE9-ACBD-F3D6BC7B5612}" dt="2024-05-06T03:42:52.245" v="2009" actId="14100"/>
          <ac:spMkLst>
            <pc:docMk/>
            <pc:sldMk cId="84118147" sldId="268"/>
            <ac:spMk id="127" creationId="{F288A0AA-FB1D-8D8B-E9BF-218ABAD86B0C}"/>
          </ac:spMkLst>
        </pc:spChg>
        <pc:spChg chg="add mod topLvl">
          <ac:chgData name="leegyubin@soongsil.ac.kr" userId="b9d40a19-df1b-458f-86df-cd2cb0ed7b78" providerId="ADAL" clId="{C2EDD66D-DBE8-4BE9-ACBD-F3D6BC7B5612}" dt="2024-05-06T03:42:35.819" v="2004" actId="164"/>
          <ac:spMkLst>
            <pc:docMk/>
            <pc:sldMk cId="84118147" sldId="268"/>
            <ac:spMk id="128" creationId="{498F4CE6-6AAA-DE23-52E1-F3C0205F77FC}"/>
          </ac:spMkLst>
        </pc:spChg>
        <pc:spChg chg="add mod topLvl">
          <ac:chgData name="leegyubin@soongsil.ac.kr" userId="b9d40a19-df1b-458f-86df-cd2cb0ed7b78" providerId="ADAL" clId="{C2EDD66D-DBE8-4BE9-ACBD-F3D6BC7B5612}" dt="2024-05-06T03:43:06.555" v="2014" actId="1035"/>
          <ac:spMkLst>
            <pc:docMk/>
            <pc:sldMk cId="84118147" sldId="268"/>
            <ac:spMk id="129" creationId="{76084584-C5A9-CF33-794B-EE81943F1F12}"/>
          </ac:spMkLst>
        </pc:spChg>
        <pc:spChg chg="add mod topLvl">
          <ac:chgData name="leegyubin@soongsil.ac.kr" userId="b9d40a19-df1b-458f-86df-cd2cb0ed7b78" providerId="ADAL" clId="{C2EDD66D-DBE8-4BE9-ACBD-F3D6BC7B5612}" dt="2024-05-06T03:44:34.983" v="2020" actId="2711"/>
          <ac:spMkLst>
            <pc:docMk/>
            <pc:sldMk cId="84118147" sldId="268"/>
            <ac:spMk id="131" creationId="{4FE15A58-051A-89F1-93D2-FEE32A940EE5}"/>
          </ac:spMkLst>
        </pc:spChg>
        <pc:grpChg chg="add del mod">
          <ac:chgData name="leegyubin@soongsil.ac.kr" userId="b9d40a19-df1b-458f-86df-cd2cb0ed7b78" providerId="ADAL" clId="{C2EDD66D-DBE8-4BE9-ACBD-F3D6BC7B5612}" dt="2024-05-06T02:48:12.797" v="1675" actId="478"/>
          <ac:grpSpMkLst>
            <pc:docMk/>
            <pc:sldMk cId="84118147" sldId="268"/>
            <ac:grpSpMk id="26" creationId="{31D8F454-F653-ED33-6DD5-3E84B3AC0D55}"/>
          </ac:grpSpMkLst>
        </pc:grpChg>
        <pc:grpChg chg="add del mod">
          <ac:chgData name="leegyubin@soongsil.ac.kr" userId="b9d40a19-df1b-458f-86df-cd2cb0ed7b78" providerId="ADAL" clId="{C2EDD66D-DBE8-4BE9-ACBD-F3D6BC7B5612}" dt="2024-05-06T02:29:05.712" v="1556" actId="478"/>
          <ac:grpSpMkLst>
            <pc:docMk/>
            <pc:sldMk cId="84118147" sldId="268"/>
            <ac:grpSpMk id="35" creationId="{9D5DDD3E-25CF-B87A-402D-6AFB5191A31E}"/>
          </ac:grpSpMkLst>
        </pc:grpChg>
        <pc:grpChg chg="add del mod">
          <ac:chgData name="leegyubin@soongsil.ac.kr" userId="b9d40a19-df1b-458f-86df-cd2cb0ed7b78" providerId="ADAL" clId="{C2EDD66D-DBE8-4BE9-ACBD-F3D6BC7B5612}" dt="2024-05-06T02:27:59.215" v="1540" actId="478"/>
          <ac:grpSpMkLst>
            <pc:docMk/>
            <pc:sldMk cId="84118147" sldId="268"/>
            <ac:grpSpMk id="39" creationId="{42A47E08-BE07-5DE8-4D32-A71FDD7A907C}"/>
          </ac:grpSpMkLst>
        </pc:grpChg>
        <pc:grpChg chg="add del mod">
          <ac:chgData name="leegyubin@soongsil.ac.kr" userId="b9d40a19-df1b-458f-86df-cd2cb0ed7b78" providerId="ADAL" clId="{C2EDD66D-DBE8-4BE9-ACBD-F3D6BC7B5612}" dt="2024-05-06T02:30:03.904" v="1564" actId="478"/>
          <ac:grpSpMkLst>
            <pc:docMk/>
            <pc:sldMk cId="84118147" sldId="268"/>
            <ac:grpSpMk id="47" creationId="{41AA1D59-7412-A0E1-74F2-9E3731337234}"/>
          </ac:grpSpMkLst>
        </pc:grpChg>
        <pc:grpChg chg="add del mod">
          <ac:chgData name="leegyubin@soongsil.ac.kr" userId="b9d40a19-df1b-458f-86df-cd2cb0ed7b78" providerId="ADAL" clId="{C2EDD66D-DBE8-4BE9-ACBD-F3D6BC7B5612}" dt="2024-05-06T02:30:02.608" v="1563" actId="478"/>
          <ac:grpSpMkLst>
            <pc:docMk/>
            <pc:sldMk cId="84118147" sldId="268"/>
            <ac:grpSpMk id="51" creationId="{9EFB0A04-3D1C-9213-2512-F9159D98F5DD}"/>
          </ac:grpSpMkLst>
        </pc:grpChg>
        <pc:grpChg chg="add del mod">
          <ac:chgData name="leegyubin@soongsil.ac.kr" userId="b9d40a19-df1b-458f-86df-cd2cb0ed7b78" providerId="ADAL" clId="{C2EDD66D-DBE8-4BE9-ACBD-F3D6BC7B5612}" dt="2024-05-06T02:48:07.166" v="1671" actId="478"/>
          <ac:grpSpMkLst>
            <pc:docMk/>
            <pc:sldMk cId="84118147" sldId="268"/>
            <ac:grpSpMk id="66" creationId="{F2AB53D1-E839-921F-71B4-84354D6B0FB0}"/>
          </ac:grpSpMkLst>
        </pc:grpChg>
        <pc:grpChg chg="add mod">
          <ac:chgData name="leegyubin@soongsil.ac.kr" userId="b9d40a19-df1b-458f-86df-cd2cb0ed7b78" providerId="ADAL" clId="{C2EDD66D-DBE8-4BE9-ACBD-F3D6BC7B5612}" dt="2024-05-06T02:45:48.289" v="1630" actId="571"/>
          <ac:grpSpMkLst>
            <pc:docMk/>
            <pc:sldMk cId="84118147" sldId="268"/>
            <ac:grpSpMk id="67" creationId="{0505DF5C-241C-0CA3-08D7-D020957EC8AB}"/>
          </ac:grpSpMkLst>
        </pc:grpChg>
        <pc:grpChg chg="add del mod">
          <ac:chgData name="leegyubin@soongsil.ac.kr" userId="b9d40a19-df1b-458f-86df-cd2cb0ed7b78" providerId="ADAL" clId="{C2EDD66D-DBE8-4BE9-ACBD-F3D6BC7B5612}" dt="2024-05-06T02:49:37.990" v="1710" actId="478"/>
          <ac:grpSpMkLst>
            <pc:docMk/>
            <pc:sldMk cId="84118147" sldId="268"/>
            <ac:grpSpMk id="73" creationId="{0BEAD632-7C03-8BAD-2E14-AFEB4F0FED07}"/>
          </ac:grpSpMkLst>
        </pc:grpChg>
        <pc:grpChg chg="add mod topLvl">
          <ac:chgData name="leegyubin@soongsil.ac.kr" userId="b9d40a19-df1b-458f-86df-cd2cb0ed7b78" providerId="ADAL" clId="{C2EDD66D-DBE8-4BE9-ACBD-F3D6BC7B5612}" dt="2024-05-06T03:42:30.448" v="2003" actId="165"/>
          <ac:grpSpMkLst>
            <pc:docMk/>
            <pc:sldMk cId="84118147" sldId="268"/>
            <ac:grpSpMk id="77" creationId="{F415562F-625A-40C4-FD54-61B7109F05B6}"/>
          </ac:grpSpMkLst>
        </pc:grpChg>
        <pc:grpChg chg="add mod">
          <ac:chgData name="leegyubin@soongsil.ac.kr" userId="b9d40a19-df1b-458f-86df-cd2cb0ed7b78" providerId="ADAL" clId="{C2EDD66D-DBE8-4BE9-ACBD-F3D6BC7B5612}" dt="2024-05-06T02:47:51.290" v="1666" actId="571"/>
          <ac:grpSpMkLst>
            <pc:docMk/>
            <pc:sldMk cId="84118147" sldId="268"/>
            <ac:grpSpMk id="79" creationId="{694C4749-691B-6EE9-E6B0-2D77874D53D1}"/>
          </ac:grpSpMkLst>
        </pc:grpChg>
        <pc:grpChg chg="add mod topLvl">
          <ac:chgData name="leegyubin@soongsil.ac.kr" userId="b9d40a19-df1b-458f-86df-cd2cb0ed7b78" providerId="ADAL" clId="{C2EDD66D-DBE8-4BE9-ACBD-F3D6BC7B5612}" dt="2024-05-06T03:42:30.448" v="2003" actId="165"/>
          <ac:grpSpMkLst>
            <pc:docMk/>
            <pc:sldMk cId="84118147" sldId="268"/>
            <ac:grpSpMk id="83" creationId="{2FA90F1A-FAF7-0D56-0233-E7D35F837871}"/>
          </ac:grpSpMkLst>
        </pc:grpChg>
        <pc:grpChg chg="add del mod">
          <ac:chgData name="leegyubin@soongsil.ac.kr" userId="b9d40a19-df1b-458f-86df-cd2cb0ed7b78" providerId="ADAL" clId="{C2EDD66D-DBE8-4BE9-ACBD-F3D6BC7B5612}" dt="2024-05-06T03:11:16.345" v="1826" actId="478"/>
          <ac:grpSpMkLst>
            <pc:docMk/>
            <pc:sldMk cId="84118147" sldId="268"/>
            <ac:grpSpMk id="109" creationId="{39EFD937-E471-6073-59D3-E2481EE24746}"/>
          </ac:grpSpMkLst>
        </pc:grpChg>
        <pc:grpChg chg="add del mod">
          <ac:chgData name="leegyubin@soongsil.ac.kr" userId="b9d40a19-df1b-458f-86df-cd2cb0ed7b78" providerId="ADAL" clId="{C2EDD66D-DBE8-4BE9-ACBD-F3D6BC7B5612}" dt="2024-05-06T03:10:53.263" v="1822" actId="478"/>
          <ac:grpSpMkLst>
            <pc:docMk/>
            <pc:sldMk cId="84118147" sldId="268"/>
            <ac:grpSpMk id="113" creationId="{FC90540E-5531-01D9-C812-0748A4DE4B6A}"/>
          </ac:grpSpMkLst>
        </pc:grpChg>
        <pc:grpChg chg="add del mod">
          <ac:chgData name="leegyubin@soongsil.ac.kr" userId="b9d40a19-df1b-458f-86df-cd2cb0ed7b78" providerId="ADAL" clId="{C2EDD66D-DBE8-4BE9-ACBD-F3D6BC7B5612}" dt="2024-05-06T03:13:31.750" v="1862" actId="478"/>
          <ac:grpSpMkLst>
            <pc:docMk/>
            <pc:sldMk cId="84118147" sldId="268"/>
            <ac:grpSpMk id="118" creationId="{AB500074-8D30-7FF0-597F-632C9ACA3D94}"/>
          </ac:grpSpMkLst>
        </pc:grpChg>
        <pc:grpChg chg="add del mod">
          <ac:chgData name="leegyubin@soongsil.ac.kr" userId="b9d40a19-df1b-458f-86df-cd2cb0ed7b78" providerId="ADAL" clId="{C2EDD66D-DBE8-4BE9-ACBD-F3D6BC7B5612}" dt="2024-05-06T03:42:30.448" v="2003" actId="165"/>
          <ac:grpSpMkLst>
            <pc:docMk/>
            <pc:sldMk cId="84118147" sldId="268"/>
            <ac:grpSpMk id="130" creationId="{281135FB-C070-30F7-75F5-5D711AEF2E6D}"/>
          </ac:grpSpMkLst>
        </pc:grpChg>
        <pc:grpChg chg="add mod">
          <ac:chgData name="leegyubin@soongsil.ac.kr" userId="b9d40a19-df1b-458f-86df-cd2cb0ed7b78" providerId="ADAL" clId="{C2EDD66D-DBE8-4BE9-ACBD-F3D6BC7B5612}" dt="2024-05-06T03:42:56.261" v="2010" actId="688"/>
          <ac:grpSpMkLst>
            <pc:docMk/>
            <pc:sldMk cId="84118147" sldId="268"/>
            <ac:grpSpMk id="135" creationId="{8440AE68-D436-6C83-1884-106BE526427D}"/>
          </ac:grpSpMkLst>
        </pc:grpChg>
        <pc:picChg chg="add del mod modCrop">
          <ac:chgData name="leegyubin@soongsil.ac.kr" userId="b9d40a19-df1b-458f-86df-cd2cb0ed7b78" providerId="ADAL" clId="{C2EDD66D-DBE8-4BE9-ACBD-F3D6BC7B5612}" dt="2024-05-06T02:20:45.448" v="1499" actId="478"/>
          <ac:picMkLst>
            <pc:docMk/>
            <pc:sldMk cId="84118147" sldId="268"/>
            <ac:picMk id="3" creationId="{6B2684F7-DE4B-10BE-2017-5134678127A7}"/>
          </ac:picMkLst>
        </pc:picChg>
        <pc:picChg chg="add del mod modCrop">
          <ac:chgData name="leegyubin@soongsil.ac.kr" userId="b9d40a19-df1b-458f-86df-cd2cb0ed7b78" providerId="ADAL" clId="{C2EDD66D-DBE8-4BE9-ACBD-F3D6BC7B5612}" dt="2024-05-06T02:20:45.648" v="1500" actId="478"/>
          <ac:picMkLst>
            <pc:docMk/>
            <pc:sldMk cId="84118147" sldId="268"/>
            <ac:picMk id="4" creationId="{C6B74A27-A0B3-AB8D-3958-181C2F8A1A59}"/>
          </ac:picMkLst>
        </pc:picChg>
        <pc:picChg chg="mod topLvl modCrop">
          <ac:chgData name="leegyubin@soongsil.ac.kr" userId="b9d40a19-df1b-458f-86df-cd2cb0ed7b78" providerId="ADAL" clId="{C2EDD66D-DBE8-4BE9-ACBD-F3D6BC7B5612}" dt="2024-05-06T03:42:30.448" v="2003" actId="165"/>
          <ac:picMkLst>
            <pc:docMk/>
            <pc:sldMk cId="84118147" sldId="268"/>
            <ac:picMk id="5" creationId="{30BC0D7A-96FE-9065-90F0-2486850F744F}"/>
          </ac:picMkLst>
        </pc:picChg>
        <pc:picChg chg="del">
          <ac:chgData name="leegyubin@soongsil.ac.kr" userId="b9d40a19-df1b-458f-86df-cd2cb0ed7b78" providerId="ADAL" clId="{C2EDD66D-DBE8-4BE9-ACBD-F3D6BC7B5612}" dt="2024-05-06T03:19:55.164" v="1926" actId="478"/>
          <ac:picMkLst>
            <pc:docMk/>
            <pc:sldMk cId="84118147" sldId="268"/>
            <ac:picMk id="6" creationId="{871A5873-4FD9-BE69-02AB-802468738A1B}"/>
          </ac:picMkLst>
        </pc:picChg>
        <pc:picChg chg="add del mod">
          <ac:chgData name="leegyubin@soongsil.ac.kr" userId="b9d40a19-df1b-458f-86df-cd2cb0ed7b78" providerId="ADAL" clId="{C2EDD66D-DBE8-4BE9-ACBD-F3D6BC7B5612}" dt="2024-05-06T02:31:02.424" v="1573" actId="478"/>
          <ac:picMkLst>
            <pc:docMk/>
            <pc:sldMk cId="84118147" sldId="268"/>
            <ac:picMk id="15" creationId="{C98B3FED-7CC7-BC32-8141-D0999D67C800}"/>
          </ac:picMkLst>
        </pc:picChg>
        <pc:picChg chg="del">
          <ac:chgData name="leegyubin@soongsil.ac.kr" userId="b9d40a19-df1b-458f-86df-cd2cb0ed7b78" providerId="ADAL" clId="{C2EDD66D-DBE8-4BE9-ACBD-F3D6BC7B5612}" dt="2024-05-06T02:51:48.501" v="1733" actId="478"/>
          <ac:picMkLst>
            <pc:docMk/>
            <pc:sldMk cId="84118147" sldId="268"/>
            <ac:picMk id="16" creationId="{8BBE0561-BDF6-117C-E355-B0E3E83B123C}"/>
          </ac:picMkLst>
        </pc:picChg>
        <pc:picChg chg="add mod">
          <ac:chgData name="leegyubin@soongsil.ac.kr" userId="b9d40a19-df1b-458f-86df-cd2cb0ed7b78" providerId="ADAL" clId="{C2EDD66D-DBE8-4BE9-ACBD-F3D6BC7B5612}" dt="2024-05-06T02:25:38.544" v="1526"/>
          <ac:picMkLst>
            <pc:docMk/>
            <pc:sldMk cId="84118147" sldId="268"/>
            <ac:picMk id="27" creationId="{C5069311-0F28-96D3-9C53-361702CDED0B}"/>
          </ac:picMkLst>
        </pc:picChg>
        <pc:picChg chg="add del mod ord modCrop">
          <ac:chgData name="leegyubin@soongsil.ac.kr" userId="b9d40a19-df1b-458f-86df-cd2cb0ed7b78" providerId="ADAL" clId="{C2EDD66D-DBE8-4BE9-ACBD-F3D6BC7B5612}" dt="2024-05-06T03:11:19.017" v="1827" actId="478"/>
          <ac:picMkLst>
            <pc:docMk/>
            <pc:sldMk cId="84118147" sldId="268"/>
            <ac:picMk id="64" creationId="{80B32EFB-CAD2-F5CD-55AA-DDD85698F167}"/>
          </ac:picMkLst>
        </pc:picChg>
        <pc:picChg chg="add mod">
          <ac:chgData name="leegyubin@soongsil.ac.kr" userId="b9d40a19-df1b-458f-86df-cd2cb0ed7b78" providerId="ADAL" clId="{C2EDD66D-DBE8-4BE9-ACBD-F3D6BC7B5612}" dt="2024-05-06T02:49:05.353" v="1701" actId="571"/>
          <ac:picMkLst>
            <pc:docMk/>
            <pc:sldMk cId="84118147" sldId="268"/>
            <ac:picMk id="87" creationId="{33CC0A04-5B0D-771E-28FD-03B0A10FABA0}"/>
          </ac:picMkLst>
        </pc:picChg>
        <pc:picChg chg="add del mod">
          <ac:chgData name="leegyubin@soongsil.ac.kr" userId="b9d40a19-df1b-458f-86df-cd2cb0ed7b78" providerId="ADAL" clId="{C2EDD66D-DBE8-4BE9-ACBD-F3D6BC7B5612}" dt="2024-05-06T02:52:19.414" v="1740" actId="478"/>
          <ac:picMkLst>
            <pc:docMk/>
            <pc:sldMk cId="84118147" sldId="268"/>
            <ac:picMk id="88" creationId="{86FD3E33-2524-5F71-340B-86D76AFB672D}"/>
          </ac:picMkLst>
        </pc:picChg>
        <pc:picChg chg="add mod">
          <ac:chgData name="leegyubin@soongsil.ac.kr" userId="b9d40a19-df1b-458f-86df-cd2cb0ed7b78" providerId="ADAL" clId="{C2EDD66D-DBE8-4BE9-ACBD-F3D6BC7B5612}" dt="2024-05-06T02:52:04.072" v="1737" actId="571"/>
          <ac:picMkLst>
            <pc:docMk/>
            <pc:sldMk cId="84118147" sldId="268"/>
            <ac:picMk id="89" creationId="{E056DFC5-ECDD-4B8B-E63A-E69B218EFEB2}"/>
          </ac:picMkLst>
        </pc:picChg>
        <pc:picChg chg="add mod">
          <ac:chgData name="leegyubin@soongsil.ac.kr" userId="b9d40a19-df1b-458f-86df-cd2cb0ed7b78" providerId="ADAL" clId="{C2EDD66D-DBE8-4BE9-ACBD-F3D6BC7B5612}" dt="2024-05-06T02:52:04.072" v="1737" actId="571"/>
          <ac:picMkLst>
            <pc:docMk/>
            <pc:sldMk cId="84118147" sldId="268"/>
            <ac:picMk id="90" creationId="{44D2D1D7-856F-6203-3C7D-3FAF6E532B7E}"/>
          </ac:picMkLst>
        </pc:picChg>
        <pc:picChg chg="add del mod">
          <ac:chgData name="leegyubin@soongsil.ac.kr" userId="b9d40a19-df1b-458f-86df-cd2cb0ed7b78" providerId="ADAL" clId="{C2EDD66D-DBE8-4BE9-ACBD-F3D6BC7B5612}" dt="2024-05-06T02:52:39.397" v="1747" actId="478"/>
          <ac:picMkLst>
            <pc:docMk/>
            <pc:sldMk cId="84118147" sldId="268"/>
            <ac:picMk id="91" creationId="{C04C526C-087C-5B45-E694-03979FCEE1B9}"/>
          </ac:picMkLst>
        </pc:picChg>
        <pc:picChg chg="add del mod ord modCrop">
          <ac:chgData name="leegyubin@soongsil.ac.kr" userId="b9d40a19-df1b-458f-86df-cd2cb0ed7b78" providerId="ADAL" clId="{C2EDD66D-DBE8-4BE9-ACBD-F3D6BC7B5612}" dt="2024-05-06T03:41:42.710" v="1987" actId="478"/>
          <ac:picMkLst>
            <pc:docMk/>
            <pc:sldMk cId="84118147" sldId="268"/>
            <ac:picMk id="107" creationId="{B0CFF61E-CA26-9581-9790-BD560680D888}"/>
          </ac:picMkLst>
        </pc:picChg>
        <pc:picChg chg="add del mod">
          <ac:chgData name="leegyubin@soongsil.ac.kr" userId="b9d40a19-df1b-458f-86df-cd2cb0ed7b78" providerId="ADAL" clId="{C2EDD66D-DBE8-4BE9-ACBD-F3D6BC7B5612}" dt="2024-05-06T03:11:47.721" v="1837" actId="478"/>
          <ac:picMkLst>
            <pc:docMk/>
            <pc:sldMk cId="84118147" sldId="268"/>
            <ac:picMk id="108" creationId="{BFE8B5E0-DBEC-D9CA-2BF1-D52066B21100}"/>
          </ac:picMkLst>
        </pc:picChg>
        <pc:picChg chg="add del mod">
          <ac:chgData name="leegyubin@soongsil.ac.kr" userId="b9d40a19-df1b-458f-86df-cd2cb0ed7b78" providerId="ADAL" clId="{C2EDD66D-DBE8-4BE9-ACBD-F3D6BC7B5612}" dt="2024-05-06T03:11:46.193" v="1836" actId="478"/>
          <ac:picMkLst>
            <pc:docMk/>
            <pc:sldMk cId="84118147" sldId="268"/>
            <ac:picMk id="117" creationId="{74737DF2-1250-B94C-5B74-B3FFDAE26EDD}"/>
          </ac:picMkLst>
        </pc:picChg>
        <pc:picChg chg="add mod ord modCrop">
          <ac:chgData name="leegyubin@soongsil.ac.kr" userId="b9d40a19-df1b-458f-86df-cd2cb0ed7b78" providerId="ADAL" clId="{C2EDD66D-DBE8-4BE9-ACBD-F3D6BC7B5612}" dt="2024-05-06T03:43:18.134" v="2015"/>
          <ac:picMkLst>
            <pc:docMk/>
            <pc:sldMk cId="84118147" sldId="268"/>
            <ac:picMk id="133" creationId="{51BF62C0-E374-14A4-4BBF-CD67EA83C995}"/>
          </ac:picMkLst>
        </pc:picChg>
        <pc:picChg chg="add del mod">
          <ac:chgData name="leegyubin@soongsil.ac.kr" userId="b9d40a19-df1b-458f-86df-cd2cb0ed7b78" providerId="ADAL" clId="{C2EDD66D-DBE8-4BE9-ACBD-F3D6BC7B5612}" dt="2024-05-06T03:41:38.528" v="1986" actId="478"/>
          <ac:picMkLst>
            <pc:docMk/>
            <pc:sldMk cId="84118147" sldId="268"/>
            <ac:picMk id="134" creationId="{1F7ECB20-6CAC-1E64-A7CF-98BE67DB0FBC}"/>
          </ac:picMkLst>
        </pc:picChg>
        <pc:cxnChg chg="del">
          <ac:chgData name="leegyubin@soongsil.ac.kr" userId="b9d40a19-df1b-458f-86df-cd2cb0ed7b78" providerId="ADAL" clId="{C2EDD66D-DBE8-4BE9-ACBD-F3D6BC7B5612}" dt="2024-05-06T03:19:55.164" v="1926" actId="478"/>
          <ac:cxnSpMkLst>
            <pc:docMk/>
            <pc:sldMk cId="84118147" sldId="268"/>
            <ac:cxnSpMk id="8" creationId="{169DFC72-8B63-5C90-3448-A286FC86EE8E}"/>
          </ac:cxnSpMkLst>
        </pc:cxnChg>
        <pc:cxnChg chg="del">
          <ac:chgData name="leegyubin@soongsil.ac.kr" userId="b9d40a19-df1b-458f-86df-cd2cb0ed7b78" providerId="ADAL" clId="{C2EDD66D-DBE8-4BE9-ACBD-F3D6BC7B5612}" dt="2024-05-06T03:19:55.164" v="1926" actId="478"/>
          <ac:cxnSpMkLst>
            <pc:docMk/>
            <pc:sldMk cId="84118147" sldId="268"/>
            <ac:cxnSpMk id="10" creationId="{983D524B-74C8-FC37-FF3B-5B6A50504378}"/>
          </ac:cxnSpMkLst>
        </pc:cxnChg>
        <pc:cxnChg chg="del mod">
          <ac:chgData name="leegyubin@soongsil.ac.kr" userId="b9d40a19-df1b-458f-86df-cd2cb0ed7b78" providerId="ADAL" clId="{C2EDD66D-DBE8-4BE9-ACBD-F3D6BC7B5612}" dt="2024-05-06T03:19:55.164" v="1926" actId="478"/>
          <ac:cxnSpMkLst>
            <pc:docMk/>
            <pc:sldMk cId="84118147" sldId="268"/>
            <ac:cxnSpMk id="12" creationId="{60C514DD-281F-5A80-3BAA-390F4F94CAF6}"/>
          </ac:cxnSpMkLst>
        </pc:cxnChg>
        <pc:cxnChg chg="del mod">
          <ac:chgData name="leegyubin@soongsil.ac.kr" userId="b9d40a19-df1b-458f-86df-cd2cb0ed7b78" providerId="ADAL" clId="{C2EDD66D-DBE8-4BE9-ACBD-F3D6BC7B5612}" dt="2024-05-06T03:19:55.164" v="1926" actId="478"/>
          <ac:cxnSpMkLst>
            <pc:docMk/>
            <pc:sldMk cId="84118147" sldId="268"/>
            <ac:cxnSpMk id="13" creationId="{D3801A11-D049-83E5-1F46-B6095DBB0E2B}"/>
          </ac:cxnSpMkLst>
        </pc:cxnChg>
        <pc:cxnChg chg="add mod">
          <ac:chgData name="leegyubin@soongsil.ac.kr" userId="b9d40a19-df1b-458f-86df-cd2cb0ed7b78" providerId="ADAL" clId="{C2EDD66D-DBE8-4BE9-ACBD-F3D6BC7B5612}" dt="2024-05-06T02:25:37.314" v="1525" actId="164"/>
          <ac:cxnSpMkLst>
            <pc:docMk/>
            <pc:sldMk cId="84118147" sldId="268"/>
            <ac:cxnSpMk id="19" creationId="{D12FD27A-DD67-BF25-2143-8754C21B30FE}"/>
          </ac:cxnSpMkLst>
        </pc:cxnChg>
        <pc:cxnChg chg="add mod">
          <ac:chgData name="leegyubin@soongsil.ac.kr" userId="b9d40a19-df1b-458f-86df-cd2cb0ed7b78" providerId="ADAL" clId="{C2EDD66D-DBE8-4BE9-ACBD-F3D6BC7B5612}" dt="2024-05-06T02:25:37.314" v="1525" actId="164"/>
          <ac:cxnSpMkLst>
            <pc:docMk/>
            <pc:sldMk cId="84118147" sldId="268"/>
            <ac:cxnSpMk id="22" creationId="{76899CBD-5ECF-F784-4AD6-A658BBE4E527}"/>
          </ac:cxnSpMkLst>
        </pc:cxnChg>
        <pc:cxnChg chg="add mod">
          <ac:chgData name="leegyubin@soongsil.ac.kr" userId="b9d40a19-df1b-458f-86df-cd2cb0ed7b78" providerId="ADAL" clId="{C2EDD66D-DBE8-4BE9-ACBD-F3D6BC7B5612}" dt="2024-05-06T02:25:37.314" v="1525" actId="164"/>
          <ac:cxnSpMkLst>
            <pc:docMk/>
            <pc:sldMk cId="84118147" sldId="268"/>
            <ac:cxnSpMk id="23" creationId="{C13017DA-425B-23FC-2F2E-7F2AF3AF2B4A}"/>
          </ac:cxnSpMkLst>
        </pc:cxnChg>
        <pc:cxnChg chg="add mod">
          <ac:chgData name="leegyubin@soongsil.ac.kr" userId="b9d40a19-df1b-458f-86df-cd2cb0ed7b78" providerId="ADAL" clId="{C2EDD66D-DBE8-4BE9-ACBD-F3D6BC7B5612}" dt="2024-05-06T02:25:38.544" v="1526"/>
          <ac:cxnSpMkLst>
            <pc:docMk/>
            <pc:sldMk cId="84118147" sldId="268"/>
            <ac:cxnSpMk id="30" creationId="{BA6F770F-05FA-FDD6-E525-8728676D5C23}"/>
          </ac:cxnSpMkLst>
        </pc:cxnChg>
        <pc:cxnChg chg="add mod">
          <ac:chgData name="leegyubin@soongsil.ac.kr" userId="b9d40a19-df1b-458f-86df-cd2cb0ed7b78" providerId="ADAL" clId="{C2EDD66D-DBE8-4BE9-ACBD-F3D6BC7B5612}" dt="2024-05-06T02:25:38.544" v="1526"/>
          <ac:cxnSpMkLst>
            <pc:docMk/>
            <pc:sldMk cId="84118147" sldId="268"/>
            <ac:cxnSpMk id="31" creationId="{FF208D38-BCCE-0575-9C24-71AE4E7B0EA0}"/>
          </ac:cxnSpMkLst>
        </pc:cxnChg>
        <pc:cxnChg chg="add mod">
          <ac:chgData name="leegyubin@soongsil.ac.kr" userId="b9d40a19-df1b-458f-86df-cd2cb0ed7b78" providerId="ADAL" clId="{C2EDD66D-DBE8-4BE9-ACBD-F3D6BC7B5612}" dt="2024-05-06T02:25:38.544" v="1526"/>
          <ac:cxnSpMkLst>
            <pc:docMk/>
            <pc:sldMk cId="84118147" sldId="268"/>
            <ac:cxnSpMk id="32" creationId="{11920695-FEF5-C747-99C0-6BC80EB2B742}"/>
          </ac:cxnSpMkLst>
        </pc:cxnChg>
        <pc:cxnChg chg="add del mod">
          <ac:chgData name="leegyubin@soongsil.ac.kr" userId="b9d40a19-df1b-458f-86df-cd2cb0ed7b78" providerId="ADAL" clId="{C2EDD66D-DBE8-4BE9-ACBD-F3D6BC7B5612}" dt="2024-05-06T03:15:09.333" v="1876" actId="478"/>
          <ac:cxnSpMkLst>
            <pc:docMk/>
            <pc:sldMk cId="84118147" sldId="268"/>
            <ac:cxnSpMk id="34" creationId="{344B811E-9AF7-85ED-C0FE-E092B06922F4}"/>
          </ac:cxnSpMkLst>
        </pc:cxnChg>
        <pc:cxnChg chg="mod">
          <ac:chgData name="leegyubin@soongsil.ac.kr" userId="b9d40a19-df1b-458f-86df-cd2cb0ed7b78" providerId="ADAL" clId="{C2EDD66D-DBE8-4BE9-ACBD-F3D6BC7B5612}" dt="2024-05-06T02:25:40.111" v="1527"/>
          <ac:cxnSpMkLst>
            <pc:docMk/>
            <pc:sldMk cId="84118147" sldId="268"/>
            <ac:cxnSpMk id="36" creationId="{2B448994-61FE-9873-FC00-BADD6C9880AB}"/>
          </ac:cxnSpMkLst>
        </pc:cxnChg>
        <pc:cxnChg chg="mod">
          <ac:chgData name="leegyubin@soongsil.ac.kr" userId="b9d40a19-df1b-458f-86df-cd2cb0ed7b78" providerId="ADAL" clId="{C2EDD66D-DBE8-4BE9-ACBD-F3D6BC7B5612}" dt="2024-05-06T02:25:40.111" v="1527"/>
          <ac:cxnSpMkLst>
            <pc:docMk/>
            <pc:sldMk cId="84118147" sldId="268"/>
            <ac:cxnSpMk id="37" creationId="{E903D489-E31F-B791-2F4C-A1FDB85F7813}"/>
          </ac:cxnSpMkLst>
        </pc:cxnChg>
        <pc:cxnChg chg="mod">
          <ac:chgData name="leegyubin@soongsil.ac.kr" userId="b9d40a19-df1b-458f-86df-cd2cb0ed7b78" providerId="ADAL" clId="{C2EDD66D-DBE8-4BE9-ACBD-F3D6BC7B5612}" dt="2024-05-06T02:25:40.111" v="1527"/>
          <ac:cxnSpMkLst>
            <pc:docMk/>
            <pc:sldMk cId="84118147" sldId="268"/>
            <ac:cxnSpMk id="38" creationId="{C57AD26A-F80D-EDFB-350A-E057BB5B8C47}"/>
          </ac:cxnSpMkLst>
        </pc:cxnChg>
        <pc:cxnChg chg="mod">
          <ac:chgData name="leegyubin@soongsil.ac.kr" userId="b9d40a19-df1b-458f-86df-cd2cb0ed7b78" providerId="ADAL" clId="{C2EDD66D-DBE8-4BE9-ACBD-F3D6BC7B5612}" dt="2024-05-06T02:26:08.408" v="1531" actId="571"/>
          <ac:cxnSpMkLst>
            <pc:docMk/>
            <pc:sldMk cId="84118147" sldId="268"/>
            <ac:cxnSpMk id="40" creationId="{33C4590E-49FD-C26F-6B30-A0F1F2673885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41" creationId="{39D0BE1F-2272-64F4-B8FF-AC379871C7DA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42" creationId="{F6718A90-D6E5-737B-5F0E-14435B6CB301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43" creationId="{2E04228E-0560-A8F9-45C0-CD0C6B63BD79}"/>
          </ac:cxnSpMkLst>
        </pc:cxnChg>
        <pc:cxnChg chg="mod">
          <ac:chgData name="leegyubin@soongsil.ac.kr" userId="b9d40a19-df1b-458f-86df-cd2cb0ed7b78" providerId="ADAL" clId="{C2EDD66D-DBE8-4BE9-ACBD-F3D6BC7B5612}" dt="2024-05-06T02:26:08.408" v="1531" actId="571"/>
          <ac:cxnSpMkLst>
            <pc:docMk/>
            <pc:sldMk cId="84118147" sldId="268"/>
            <ac:cxnSpMk id="45" creationId="{10260566-AFB0-CFFA-F8D2-A88B38D69BF2}"/>
          </ac:cxnSpMkLst>
        </pc:cxnChg>
        <pc:cxnChg chg="mod">
          <ac:chgData name="leegyubin@soongsil.ac.kr" userId="b9d40a19-df1b-458f-86df-cd2cb0ed7b78" providerId="ADAL" clId="{C2EDD66D-DBE8-4BE9-ACBD-F3D6BC7B5612}" dt="2024-05-06T02:26:08.408" v="1531" actId="571"/>
          <ac:cxnSpMkLst>
            <pc:docMk/>
            <pc:sldMk cId="84118147" sldId="268"/>
            <ac:cxnSpMk id="46" creationId="{3247710F-E599-9980-FD60-A6B4946B2ED7}"/>
          </ac:cxnSpMkLst>
        </pc:cxnChg>
        <pc:cxnChg chg="mod">
          <ac:chgData name="leegyubin@soongsil.ac.kr" userId="b9d40a19-df1b-458f-86df-cd2cb0ed7b78" providerId="ADAL" clId="{C2EDD66D-DBE8-4BE9-ACBD-F3D6BC7B5612}" dt="2024-05-06T02:29:40.343" v="1559" actId="571"/>
          <ac:cxnSpMkLst>
            <pc:docMk/>
            <pc:sldMk cId="84118147" sldId="268"/>
            <ac:cxnSpMk id="48" creationId="{872DC1AD-B844-CBBE-C415-32DCDAC1E0B5}"/>
          </ac:cxnSpMkLst>
        </pc:cxnChg>
        <pc:cxnChg chg="mod">
          <ac:chgData name="leegyubin@soongsil.ac.kr" userId="b9d40a19-df1b-458f-86df-cd2cb0ed7b78" providerId="ADAL" clId="{C2EDD66D-DBE8-4BE9-ACBD-F3D6BC7B5612}" dt="2024-05-06T02:29:40.343" v="1559" actId="571"/>
          <ac:cxnSpMkLst>
            <pc:docMk/>
            <pc:sldMk cId="84118147" sldId="268"/>
            <ac:cxnSpMk id="49" creationId="{FCEB2F2F-278C-D38C-FFF6-62F75F0D4458}"/>
          </ac:cxnSpMkLst>
        </pc:cxnChg>
        <pc:cxnChg chg="mod">
          <ac:chgData name="leegyubin@soongsil.ac.kr" userId="b9d40a19-df1b-458f-86df-cd2cb0ed7b78" providerId="ADAL" clId="{C2EDD66D-DBE8-4BE9-ACBD-F3D6BC7B5612}" dt="2024-05-06T02:29:40.343" v="1559" actId="571"/>
          <ac:cxnSpMkLst>
            <pc:docMk/>
            <pc:sldMk cId="84118147" sldId="268"/>
            <ac:cxnSpMk id="50" creationId="{B4B2ABD5-3B02-A093-67E4-3A6E5678F166}"/>
          </ac:cxnSpMkLst>
        </pc:cxnChg>
        <pc:cxnChg chg="mod">
          <ac:chgData name="leegyubin@soongsil.ac.kr" userId="b9d40a19-df1b-458f-86df-cd2cb0ed7b78" providerId="ADAL" clId="{C2EDD66D-DBE8-4BE9-ACBD-F3D6BC7B5612}" dt="2024-05-06T02:30:01.447" v="1562" actId="571"/>
          <ac:cxnSpMkLst>
            <pc:docMk/>
            <pc:sldMk cId="84118147" sldId="268"/>
            <ac:cxnSpMk id="52" creationId="{59B82CF1-3CA2-9CC5-0DFF-1EC55F9B3D65}"/>
          </ac:cxnSpMkLst>
        </pc:cxnChg>
        <pc:cxnChg chg="mod">
          <ac:chgData name="leegyubin@soongsil.ac.kr" userId="b9d40a19-df1b-458f-86df-cd2cb0ed7b78" providerId="ADAL" clId="{C2EDD66D-DBE8-4BE9-ACBD-F3D6BC7B5612}" dt="2024-05-06T02:30:01.447" v="1562" actId="571"/>
          <ac:cxnSpMkLst>
            <pc:docMk/>
            <pc:sldMk cId="84118147" sldId="268"/>
            <ac:cxnSpMk id="53" creationId="{1499BE2A-1748-7B7E-A70E-4A3C3B8A7CB9}"/>
          </ac:cxnSpMkLst>
        </pc:cxnChg>
        <pc:cxnChg chg="mod">
          <ac:chgData name="leegyubin@soongsil.ac.kr" userId="b9d40a19-df1b-458f-86df-cd2cb0ed7b78" providerId="ADAL" clId="{C2EDD66D-DBE8-4BE9-ACBD-F3D6BC7B5612}" dt="2024-05-06T02:30:01.447" v="1562" actId="571"/>
          <ac:cxnSpMkLst>
            <pc:docMk/>
            <pc:sldMk cId="84118147" sldId="268"/>
            <ac:cxnSpMk id="56" creationId="{47694927-1C01-BADE-C9ED-B2B7614F2F65}"/>
          </ac:cxnSpMkLst>
        </pc:cxnChg>
        <pc:cxnChg chg="mod">
          <ac:chgData name="leegyubin@soongsil.ac.kr" userId="b9d40a19-df1b-458f-86df-cd2cb0ed7b78" providerId="ADAL" clId="{C2EDD66D-DBE8-4BE9-ACBD-F3D6BC7B5612}" dt="2024-05-06T02:45:46.817" v="1628" actId="164"/>
          <ac:cxnSpMkLst>
            <pc:docMk/>
            <pc:sldMk cId="84118147" sldId="268"/>
            <ac:cxnSpMk id="57" creationId="{43A53EAC-1AE4-E013-B804-8D7C63C94CFF}"/>
          </ac:cxnSpMkLst>
        </pc:cxnChg>
        <pc:cxnChg chg="mod">
          <ac:chgData name="leegyubin@soongsil.ac.kr" userId="b9d40a19-df1b-458f-86df-cd2cb0ed7b78" providerId="ADAL" clId="{C2EDD66D-DBE8-4BE9-ACBD-F3D6BC7B5612}" dt="2024-05-06T02:45:46.817" v="1628" actId="164"/>
          <ac:cxnSpMkLst>
            <pc:docMk/>
            <pc:sldMk cId="84118147" sldId="268"/>
            <ac:cxnSpMk id="58" creationId="{6389686F-3D4D-B192-EB38-ACEEF3F9DDF5}"/>
          </ac:cxnSpMkLst>
        </pc:cxnChg>
        <pc:cxnChg chg="mod">
          <ac:chgData name="leegyubin@soongsil.ac.kr" userId="b9d40a19-df1b-458f-86df-cd2cb0ed7b78" providerId="ADAL" clId="{C2EDD66D-DBE8-4BE9-ACBD-F3D6BC7B5612}" dt="2024-05-06T02:45:46.817" v="1628" actId="164"/>
          <ac:cxnSpMkLst>
            <pc:docMk/>
            <pc:sldMk cId="84118147" sldId="268"/>
            <ac:cxnSpMk id="59" creationId="{1095AB76-7C7D-0926-994A-277DA4F00032}"/>
          </ac:cxnSpMkLst>
        </pc:cxnChg>
        <pc:cxnChg chg="del mod">
          <ac:chgData name="leegyubin@soongsil.ac.kr" userId="b9d40a19-df1b-458f-86df-cd2cb0ed7b78" providerId="ADAL" clId="{C2EDD66D-DBE8-4BE9-ACBD-F3D6BC7B5612}" dt="2024-05-06T03:15:25.481" v="1881" actId="478"/>
          <ac:cxnSpMkLst>
            <pc:docMk/>
            <pc:sldMk cId="84118147" sldId="268"/>
            <ac:cxnSpMk id="68" creationId="{1E81FB4A-5B08-C5B9-64F1-B1F714561EA3}"/>
          </ac:cxnSpMkLst>
        </pc:cxnChg>
        <pc:cxnChg chg="mod">
          <ac:chgData name="leegyubin@soongsil.ac.kr" userId="b9d40a19-df1b-458f-86df-cd2cb0ed7b78" providerId="ADAL" clId="{C2EDD66D-DBE8-4BE9-ACBD-F3D6BC7B5612}" dt="2024-05-06T02:45:48.289" v="1630" actId="571"/>
          <ac:cxnSpMkLst>
            <pc:docMk/>
            <pc:sldMk cId="84118147" sldId="268"/>
            <ac:cxnSpMk id="69" creationId="{0F7FA9A7-0C92-3F03-0126-94F6EF918E35}"/>
          </ac:cxnSpMkLst>
        </pc:cxnChg>
        <pc:cxnChg chg="mod">
          <ac:chgData name="leegyubin@soongsil.ac.kr" userId="b9d40a19-df1b-458f-86df-cd2cb0ed7b78" providerId="ADAL" clId="{C2EDD66D-DBE8-4BE9-ACBD-F3D6BC7B5612}" dt="2024-05-06T02:45:48.289" v="1630" actId="571"/>
          <ac:cxnSpMkLst>
            <pc:docMk/>
            <pc:sldMk cId="84118147" sldId="268"/>
            <ac:cxnSpMk id="70" creationId="{4F3905E8-B20B-3FA6-D344-2C2D92A8E00E}"/>
          </ac:cxnSpMkLst>
        </pc:cxnChg>
        <pc:cxnChg chg="mod">
          <ac:chgData name="leegyubin@soongsil.ac.kr" userId="b9d40a19-df1b-458f-86df-cd2cb0ed7b78" providerId="ADAL" clId="{C2EDD66D-DBE8-4BE9-ACBD-F3D6BC7B5612}" dt="2024-05-06T02:45:48.289" v="1630" actId="571"/>
          <ac:cxnSpMkLst>
            <pc:docMk/>
            <pc:sldMk cId="84118147" sldId="268"/>
            <ac:cxnSpMk id="71" creationId="{3F0880C4-A940-AE43-4E1C-75A1D6C382D6}"/>
          </ac:cxnSpMkLst>
        </pc:cxnChg>
        <pc:cxnChg chg="mod">
          <ac:chgData name="leegyubin@soongsil.ac.kr" userId="b9d40a19-df1b-458f-86df-cd2cb0ed7b78" providerId="ADAL" clId="{C2EDD66D-DBE8-4BE9-ACBD-F3D6BC7B5612}" dt="2024-05-06T02:45:53.038" v="1631" actId="571"/>
          <ac:cxnSpMkLst>
            <pc:docMk/>
            <pc:sldMk cId="84118147" sldId="268"/>
            <ac:cxnSpMk id="74" creationId="{22FF67BF-D24A-E53A-AFD6-17E8B60F2CDB}"/>
          </ac:cxnSpMkLst>
        </pc:cxnChg>
        <pc:cxnChg chg="mod">
          <ac:chgData name="leegyubin@soongsil.ac.kr" userId="b9d40a19-df1b-458f-86df-cd2cb0ed7b78" providerId="ADAL" clId="{C2EDD66D-DBE8-4BE9-ACBD-F3D6BC7B5612}" dt="2024-05-06T02:45:53.038" v="1631" actId="571"/>
          <ac:cxnSpMkLst>
            <pc:docMk/>
            <pc:sldMk cId="84118147" sldId="268"/>
            <ac:cxnSpMk id="75" creationId="{DFBE7626-BDE8-9541-A09D-E011B2AB5617}"/>
          </ac:cxnSpMkLst>
        </pc:cxnChg>
        <pc:cxnChg chg="mod">
          <ac:chgData name="leegyubin@soongsil.ac.kr" userId="b9d40a19-df1b-458f-86df-cd2cb0ed7b78" providerId="ADAL" clId="{C2EDD66D-DBE8-4BE9-ACBD-F3D6BC7B5612}" dt="2024-05-06T02:45:53.038" v="1631" actId="571"/>
          <ac:cxnSpMkLst>
            <pc:docMk/>
            <pc:sldMk cId="84118147" sldId="268"/>
            <ac:cxnSpMk id="76" creationId="{036E90E1-00F1-70AA-CA28-BA3A64EE7CA1}"/>
          </ac:cxnSpMkLst>
        </pc:cxnChg>
        <pc:cxnChg chg="mod">
          <ac:chgData name="leegyubin@soongsil.ac.kr" userId="b9d40a19-df1b-458f-86df-cd2cb0ed7b78" providerId="ADAL" clId="{C2EDD66D-DBE8-4BE9-ACBD-F3D6BC7B5612}" dt="2024-05-06T02:47:51.290" v="1666" actId="571"/>
          <ac:cxnSpMkLst>
            <pc:docMk/>
            <pc:sldMk cId="84118147" sldId="268"/>
            <ac:cxnSpMk id="80" creationId="{CBE31730-D83B-DB93-F9D8-D1BF86E640B0}"/>
          </ac:cxnSpMkLst>
        </pc:cxnChg>
        <pc:cxnChg chg="mod">
          <ac:chgData name="leegyubin@soongsil.ac.kr" userId="b9d40a19-df1b-458f-86df-cd2cb0ed7b78" providerId="ADAL" clId="{C2EDD66D-DBE8-4BE9-ACBD-F3D6BC7B5612}" dt="2024-05-06T02:47:51.290" v="1666" actId="571"/>
          <ac:cxnSpMkLst>
            <pc:docMk/>
            <pc:sldMk cId="84118147" sldId="268"/>
            <ac:cxnSpMk id="81" creationId="{28019E24-A6B5-53E5-3F4A-C3410EA9DD75}"/>
          </ac:cxnSpMkLst>
        </pc:cxnChg>
        <pc:cxnChg chg="mod">
          <ac:chgData name="leegyubin@soongsil.ac.kr" userId="b9d40a19-df1b-458f-86df-cd2cb0ed7b78" providerId="ADAL" clId="{C2EDD66D-DBE8-4BE9-ACBD-F3D6BC7B5612}" dt="2024-05-06T02:47:51.290" v="1666" actId="571"/>
          <ac:cxnSpMkLst>
            <pc:docMk/>
            <pc:sldMk cId="84118147" sldId="268"/>
            <ac:cxnSpMk id="82" creationId="{1D2314D4-644E-3D06-0A58-DB11FA3F1BAD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84" creationId="{BDBF4018-267B-6E39-5BA1-70BC064C5BC4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85" creationId="{08EB09D7-346D-F9F7-77A9-453C5DA4B00B}"/>
          </ac:cxnSpMkLst>
        </pc:cxnChg>
        <pc:cxnChg chg="mod">
          <ac:chgData name="leegyubin@soongsil.ac.kr" userId="b9d40a19-df1b-458f-86df-cd2cb0ed7b78" providerId="ADAL" clId="{C2EDD66D-DBE8-4BE9-ACBD-F3D6BC7B5612}" dt="2024-05-06T03:42:30.448" v="2003" actId="165"/>
          <ac:cxnSpMkLst>
            <pc:docMk/>
            <pc:sldMk cId="84118147" sldId="268"/>
            <ac:cxnSpMk id="86" creationId="{79524244-AF84-E2BB-0B2A-26F5DD7B5BA0}"/>
          </ac:cxnSpMkLst>
        </pc:cxnChg>
        <pc:cxnChg chg="add del mod">
          <ac:chgData name="leegyubin@soongsil.ac.kr" userId="b9d40a19-df1b-458f-86df-cd2cb0ed7b78" providerId="ADAL" clId="{C2EDD66D-DBE8-4BE9-ACBD-F3D6BC7B5612}" dt="2024-05-06T03:15:26.104" v="1882" actId="478"/>
          <ac:cxnSpMkLst>
            <pc:docMk/>
            <pc:sldMk cId="84118147" sldId="268"/>
            <ac:cxnSpMk id="95" creationId="{04AD9ACB-4D3D-4085-08E8-A144433FAE22}"/>
          </ac:cxnSpMkLst>
        </pc:cxnChg>
        <pc:cxnChg chg="mod">
          <ac:chgData name="leegyubin@soongsil.ac.kr" userId="b9d40a19-df1b-458f-86df-cd2cb0ed7b78" providerId="ADAL" clId="{C2EDD66D-DBE8-4BE9-ACBD-F3D6BC7B5612}" dt="2024-05-06T03:09:26.398" v="1799" actId="571"/>
          <ac:cxnSpMkLst>
            <pc:docMk/>
            <pc:sldMk cId="84118147" sldId="268"/>
            <ac:cxnSpMk id="110" creationId="{115226C6-2D35-592F-7C88-114A81AB94A1}"/>
          </ac:cxnSpMkLst>
        </pc:cxnChg>
        <pc:cxnChg chg="mod">
          <ac:chgData name="leegyubin@soongsil.ac.kr" userId="b9d40a19-df1b-458f-86df-cd2cb0ed7b78" providerId="ADAL" clId="{C2EDD66D-DBE8-4BE9-ACBD-F3D6BC7B5612}" dt="2024-05-06T03:09:26.398" v="1799" actId="571"/>
          <ac:cxnSpMkLst>
            <pc:docMk/>
            <pc:sldMk cId="84118147" sldId="268"/>
            <ac:cxnSpMk id="111" creationId="{9A28E51F-7522-A28B-6016-A1809A6A73DD}"/>
          </ac:cxnSpMkLst>
        </pc:cxnChg>
        <pc:cxnChg chg="mod">
          <ac:chgData name="leegyubin@soongsil.ac.kr" userId="b9d40a19-df1b-458f-86df-cd2cb0ed7b78" providerId="ADAL" clId="{C2EDD66D-DBE8-4BE9-ACBD-F3D6BC7B5612}" dt="2024-05-06T03:09:26.398" v="1799" actId="571"/>
          <ac:cxnSpMkLst>
            <pc:docMk/>
            <pc:sldMk cId="84118147" sldId="268"/>
            <ac:cxnSpMk id="112" creationId="{0B02B958-E6D5-6605-C089-03FE3FC4EF71}"/>
          </ac:cxnSpMkLst>
        </pc:cxnChg>
        <pc:cxnChg chg="mod">
          <ac:chgData name="leegyubin@soongsil.ac.kr" userId="b9d40a19-df1b-458f-86df-cd2cb0ed7b78" providerId="ADAL" clId="{C2EDD66D-DBE8-4BE9-ACBD-F3D6BC7B5612}" dt="2024-05-06T03:09:37.763" v="1800" actId="571"/>
          <ac:cxnSpMkLst>
            <pc:docMk/>
            <pc:sldMk cId="84118147" sldId="268"/>
            <ac:cxnSpMk id="114" creationId="{0842F079-20D5-F258-9BFE-DF5A3171A878}"/>
          </ac:cxnSpMkLst>
        </pc:cxnChg>
        <pc:cxnChg chg="mod">
          <ac:chgData name="leegyubin@soongsil.ac.kr" userId="b9d40a19-df1b-458f-86df-cd2cb0ed7b78" providerId="ADAL" clId="{C2EDD66D-DBE8-4BE9-ACBD-F3D6BC7B5612}" dt="2024-05-06T03:09:37.763" v="1800" actId="571"/>
          <ac:cxnSpMkLst>
            <pc:docMk/>
            <pc:sldMk cId="84118147" sldId="268"/>
            <ac:cxnSpMk id="115" creationId="{167D7300-7193-3C24-694C-7C0C077DB360}"/>
          </ac:cxnSpMkLst>
        </pc:cxnChg>
        <pc:cxnChg chg="mod">
          <ac:chgData name="leegyubin@soongsil.ac.kr" userId="b9d40a19-df1b-458f-86df-cd2cb0ed7b78" providerId="ADAL" clId="{C2EDD66D-DBE8-4BE9-ACBD-F3D6BC7B5612}" dt="2024-05-06T03:09:37.763" v="1800" actId="571"/>
          <ac:cxnSpMkLst>
            <pc:docMk/>
            <pc:sldMk cId="84118147" sldId="268"/>
            <ac:cxnSpMk id="116" creationId="{80B5D49C-5CD4-E6D5-7D44-AADC0A7099ED}"/>
          </ac:cxnSpMkLst>
        </pc:cxnChg>
        <pc:cxnChg chg="mod">
          <ac:chgData name="leegyubin@soongsil.ac.kr" userId="b9d40a19-df1b-458f-86df-cd2cb0ed7b78" providerId="ADAL" clId="{C2EDD66D-DBE8-4BE9-ACBD-F3D6BC7B5612}" dt="2024-05-06T03:13:20.681" v="1860" actId="571"/>
          <ac:cxnSpMkLst>
            <pc:docMk/>
            <pc:sldMk cId="84118147" sldId="268"/>
            <ac:cxnSpMk id="119" creationId="{A40AC16C-5FC8-05A4-C2B1-F82B2532EDAE}"/>
          </ac:cxnSpMkLst>
        </pc:cxnChg>
        <pc:cxnChg chg="mod">
          <ac:chgData name="leegyubin@soongsil.ac.kr" userId="b9d40a19-df1b-458f-86df-cd2cb0ed7b78" providerId="ADAL" clId="{C2EDD66D-DBE8-4BE9-ACBD-F3D6BC7B5612}" dt="2024-05-06T03:13:20.681" v="1860" actId="571"/>
          <ac:cxnSpMkLst>
            <pc:docMk/>
            <pc:sldMk cId="84118147" sldId="268"/>
            <ac:cxnSpMk id="120" creationId="{D1CCB844-D978-F65E-0922-F0CE21DAF490}"/>
          </ac:cxnSpMkLst>
        </pc:cxnChg>
        <pc:cxnChg chg="mod">
          <ac:chgData name="leegyubin@soongsil.ac.kr" userId="b9d40a19-df1b-458f-86df-cd2cb0ed7b78" providerId="ADAL" clId="{C2EDD66D-DBE8-4BE9-ACBD-F3D6BC7B5612}" dt="2024-05-06T03:13:20.681" v="1860" actId="571"/>
          <ac:cxnSpMkLst>
            <pc:docMk/>
            <pc:sldMk cId="84118147" sldId="268"/>
            <ac:cxnSpMk id="121" creationId="{C0667B3F-1AE0-7C62-8C4E-980F7634D8AB}"/>
          </ac:cxnSpMkLst>
        </pc:cxnChg>
      </pc:sldChg>
      <pc:sldChg chg="addSp modSp add del mod">
        <pc:chgData name="leegyubin@soongsil.ac.kr" userId="b9d40a19-df1b-458f-86df-cd2cb0ed7b78" providerId="ADAL" clId="{C2EDD66D-DBE8-4BE9-ACBD-F3D6BC7B5612}" dt="2024-05-06T02:24:50.433" v="1517" actId="1076"/>
        <pc:sldMkLst>
          <pc:docMk/>
          <pc:sldMk cId="554193375" sldId="269"/>
        </pc:sldMkLst>
        <pc:spChg chg="add mod">
          <ac:chgData name="leegyubin@soongsil.ac.kr" userId="b9d40a19-df1b-458f-86df-cd2cb0ed7b78" providerId="ADAL" clId="{C2EDD66D-DBE8-4BE9-ACBD-F3D6BC7B5612}" dt="2024-05-06T02:24:50.433" v="1517" actId="1076"/>
          <ac:spMkLst>
            <pc:docMk/>
            <pc:sldMk cId="554193375" sldId="269"/>
            <ac:spMk id="3" creationId="{50DB7362-A21D-8508-A9AF-89D124E20A59}"/>
          </ac:spMkLst>
        </pc:spChg>
        <pc:spChg chg="add mod">
          <ac:chgData name="leegyubin@soongsil.ac.kr" userId="b9d40a19-df1b-458f-86df-cd2cb0ed7b78" providerId="ADAL" clId="{C2EDD66D-DBE8-4BE9-ACBD-F3D6BC7B5612}" dt="2024-05-06T02:24:50.433" v="1517" actId="1076"/>
          <ac:spMkLst>
            <pc:docMk/>
            <pc:sldMk cId="554193375" sldId="269"/>
            <ac:spMk id="4" creationId="{830187EB-7333-E547-20DF-1C9988DBD139}"/>
          </ac:spMkLst>
        </pc:spChg>
        <pc:spChg chg="add mod">
          <ac:chgData name="leegyubin@soongsil.ac.kr" userId="b9d40a19-df1b-458f-86df-cd2cb0ed7b78" providerId="ADAL" clId="{C2EDD66D-DBE8-4BE9-ACBD-F3D6BC7B5612}" dt="2024-05-06T02:24:50.433" v="1517" actId="1076"/>
          <ac:spMkLst>
            <pc:docMk/>
            <pc:sldMk cId="554193375" sldId="269"/>
            <ac:spMk id="19" creationId="{8A4FB188-59F2-5607-86B4-4859861D89D9}"/>
          </ac:spMkLst>
        </pc:spChg>
        <pc:picChg chg="add mod">
          <ac:chgData name="leegyubin@soongsil.ac.kr" userId="b9d40a19-df1b-458f-86df-cd2cb0ed7b78" providerId="ADAL" clId="{C2EDD66D-DBE8-4BE9-ACBD-F3D6BC7B5612}" dt="2024-05-06T02:24:50.433" v="1517" actId="1076"/>
          <ac:picMkLst>
            <pc:docMk/>
            <pc:sldMk cId="554193375" sldId="269"/>
            <ac:picMk id="2" creationId="{ABA7DE4F-F367-A0A7-2A6A-3C470EBFF449}"/>
          </ac:picMkLst>
        </pc:picChg>
        <pc:cxnChg chg="add mod">
          <ac:chgData name="leegyubin@soongsil.ac.kr" userId="b9d40a19-df1b-458f-86df-cd2cb0ed7b78" providerId="ADAL" clId="{C2EDD66D-DBE8-4BE9-ACBD-F3D6BC7B5612}" dt="2024-05-06T02:24:50.433" v="1517" actId="1076"/>
          <ac:cxnSpMkLst>
            <pc:docMk/>
            <pc:sldMk cId="554193375" sldId="269"/>
            <ac:cxnSpMk id="15" creationId="{A6C83C16-6A8D-67FE-5AE7-2649A825F2D1}"/>
          </ac:cxnSpMkLst>
        </pc:cxnChg>
        <pc:cxnChg chg="add mod">
          <ac:chgData name="leegyubin@soongsil.ac.kr" userId="b9d40a19-df1b-458f-86df-cd2cb0ed7b78" providerId="ADAL" clId="{C2EDD66D-DBE8-4BE9-ACBD-F3D6BC7B5612}" dt="2024-05-06T02:24:50.433" v="1517" actId="1076"/>
          <ac:cxnSpMkLst>
            <pc:docMk/>
            <pc:sldMk cId="554193375" sldId="269"/>
            <ac:cxnSpMk id="17" creationId="{9F6249E9-A1F7-B17C-87E9-5971E4D9CB28}"/>
          </ac:cxnSpMkLst>
        </pc:cxnChg>
        <pc:cxnChg chg="add mod">
          <ac:chgData name="leegyubin@soongsil.ac.kr" userId="b9d40a19-df1b-458f-86df-cd2cb0ed7b78" providerId="ADAL" clId="{C2EDD66D-DBE8-4BE9-ACBD-F3D6BC7B5612}" dt="2024-05-06T02:24:50.433" v="1517" actId="1076"/>
          <ac:cxnSpMkLst>
            <pc:docMk/>
            <pc:sldMk cId="554193375" sldId="269"/>
            <ac:cxnSpMk id="18" creationId="{FE9ADF98-5BCA-1D81-6ED7-36087B5F4D7B}"/>
          </ac:cxnSpMkLst>
        </pc:cxnChg>
      </pc:sldChg>
      <pc:sldChg chg="addSp delSp modSp new mod">
        <pc:chgData name="leegyubin@soongsil.ac.kr" userId="b9d40a19-df1b-458f-86df-cd2cb0ed7b78" providerId="ADAL" clId="{C2EDD66D-DBE8-4BE9-ACBD-F3D6BC7B5612}" dt="2024-05-07T10:08:00.894" v="4575" actId="167"/>
        <pc:sldMkLst>
          <pc:docMk/>
          <pc:sldMk cId="4271826380" sldId="270"/>
        </pc:sldMkLst>
        <pc:spChg chg="del">
          <ac:chgData name="leegyubin@soongsil.ac.kr" userId="b9d40a19-df1b-458f-86df-cd2cb0ed7b78" providerId="ADAL" clId="{C2EDD66D-DBE8-4BE9-ACBD-F3D6BC7B5612}" dt="2024-05-07T04:23:03.623" v="2049" actId="478"/>
          <ac:spMkLst>
            <pc:docMk/>
            <pc:sldMk cId="4271826380" sldId="270"/>
            <ac:spMk id="2" creationId="{A559CE0E-E285-53CF-BF9F-B712E627E2F0}"/>
          </ac:spMkLst>
        </pc:spChg>
        <pc:spChg chg="del">
          <ac:chgData name="leegyubin@soongsil.ac.kr" userId="b9d40a19-df1b-458f-86df-cd2cb0ed7b78" providerId="ADAL" clId="{C2EDD66D-DBE8-4BE9-ACBD-F3D6BC7B5612}" dt="2024-05-07T04:23:03.623" v="2049" actId="478"/>
          <ac:spMkLst>
            <pc:docMk/>
            <pc:sldMk cId="4271826380" sldId="270"/>
            <ac:spMk id="3" creationId="{E57AEBFF-F65D-D8E3-8C6A-329182CBA25C}"/>
          </ac:spMkLst>
        </pc:spChg>
        <pc:spChg chg="add mod">
          <ac:chgData name="leegyubin@soongsil.ac.kr" userId="b9d40a19-df1b-458f-86df-cd2cb0ed7b78" providerId="ADAL" clId="{C2EDD66D-DBE8-4BE9-ACBD-F3D6BC7B5612}" dt="2024-05-07T04:28:48.903" v="2115" actId="1076"/>
          <ac:spMkLst>
            <pc:docMk/>
            <pc:sldMk cId="4271826380" sldId="270"/>
            <ac:spMk id="12" creationId="{3F052C4D-D389-BDB0-CCC6-E8A10837ABCF}"/>
          </ac:spMkLst>
        </pc:spChg>
        <pc:spChg chg="add mod">
          <ac:chgData name="leegyubin@soongsil.ac.kr" userId="b9d40a19-df1b-458f-86df-cd2cb0ed7b78" providerId="ADAL" clId="{C2EDD66D-DBE8-4BE9-ACBD-F3D6BC7B5612}" dt="2024-05-07T04:28:52.295" v="2116" actId="1076"/>
          <ac:spMkLst>
            <pc:docMk/>
            <pc:sldMk cId="4271826380" sldId="270"/>
            <ac:spMk id="13" creationId="{19EC390F-CDC6-1FE9-4755-F194770CC553}"/>
          </ac:spMkLst>
        </pc:spChg>
        <pc:spChg chg="add mod topLvl">
          <ac:chgData name="leegyubin@soongsil.ac.kr" userId="b9d40a19-df1b-458f-86df-cd2cb0ed7b78" providerId="ADAL" clId="{C2EDD66D-DBE8-4BE9-ACBD-F3D6BC7B5612}" dt="2024-05-07T04:41:30.788" v="2368" actId="1037"/>
          <ac:spMkLst>
            <pc:docMk/>
            <pc:sldMk cId="4271826380" sldId="270"/>
            <ac:spMk id="14" creationId="{F08B95BB-E62D-03DC-71EE-65A0EFC96B70}"/>
          </ac:spMkLst>
        </pc:spChg>
        <pc:spChg chg="add mod ord">
          <ac:chgData name="leegyubin@soongsil.ac.kr" userId="b9d40a19-df1b-458f-86df-cd2cb0ed7b78" providerId="ADAL" clId="{C2EDD66D-DBE8-4BE9-ACBD-F3D6BC7B5612}" dt="2024-05-07T04:42:04.685" v="2372" actId="14100"/>
          <ac:spMkLst>
            <pc:docMk/>
            <pc:sldMk cId="4271826380" sldId="270"/>
            <ac:spMk id="18" creationId="{0C50A3DC-73CC-53A7-6864-405726CF3010}"/>
          </ac:spMkLst>
        </pc:spChg>
        <pc:spChg chg="add mod">
          <ac:chgData name="leegyubin@soongsil.ac.kr" userId="b9d40a19-df1b-458f-86df-cd2cb0ed7b78" providerId="ADAL" clId="{C2EDD66D-DBE8-4BE9-ACBD-F3D6BC7B5612}" dt="2024-05-07T04:42:27.011" v="2380" actId="14100"/>
          <ac:spMkLst>
            <pc:docMk/>
            <pc:sldMk cId="4271826380" sldId="270"/>
            <ac:spMk id="21" creationId="{E662AD97-0D61-7240-FDAA-A2D9E69BDE62}"/>
          </ac:spMkLst>
        </pc:spChg>
        <pc:grpChg chg="add mod">
          <ac:chgData name="leegyubin@soongsil.ac.kr" userId="b9d40a19-df1b-458f-86df-cd2cb0ed7b78" providerId="ADAL" clId="{C2EDD66D-DBE8-4BE9-ACBD-F3D6BC7B5612}" dt="2024-05-07T04:33:34.011" v="2224" actId="164"/>
          <ac:grpSpMkLst>
            <pc:docMk/>
            <pc:sldMk cId="4271826380" sldId="270"/>
            <ac:grpSpMk id="15" creationId="{C909F6A4-34FF-F839-3B53-C78007C80767}"/>
          </ac:grpSpMkLst>
        </pc:grpChg>
        <pc:grpChg chg="add del mod">
          <ac:chgData name="leegyubin@soongsil.ac.kr" userId="b9d40a19-df1b-458f-86df-cd2cb0ed7b78" providerId="ADAL" clId="{C2EDD66D-DBE8-4BE9-ACBD-F3D6BC7B5612}" dt="2024-05-07T04:34:40.929" v="2246" actId="165"/>
          <ac:grpSpMkLst>
            <pc:docMk/>
            <pc:sldMk cId="4271826380" sldId="270"/>
            <ac:grpSpMk id="16" creationId="{E234CD28-D59D-E3EC-3948-3D7FDD135D28}"/>
          </ac:grpSpMkLst>
        </pc:grpChg>
        <pc:picChg chg="add del mod modCrop">
          <ac:chgData name="leegyubin@soongsil.ac.kr" userId="b9d40a19-df1b-458f-86df-cd2cb0ed7b78" providerId="ADAL" clId="{C2EDD66D-DBE8-4BE9-ACBD-F3D6BC7B5612}" dt="2024-05-07T10:05:31.762" v="4566" actId="478"/>
          <ac:picMkLst>
            <pc:docMk/>
            <pc:sldMk cId="4271826380" sldId="270"/>
            <ac:picMk id="5" creationId="{D9AE7D63-A6CB-61F2-CB40-0342E3675C8D}"/>
          </ac:picMkLst>
        </pc:picChg>
        <pc:picChg chg="add del mod topLvl modCrop">
          <ac:chgData name="leegyubin@soongsil.ac.kr" userId="b9d40a19-df1b-458f-86df-cd2cb0ed7b78" providerId="ADAL" clId="{C2EDD66D-DBE8-4BE9-ACBD-F3D6BC7B5612}" dt="2024-05-07T04:34:44.302" v="2248" actId="478"/>
          <ac:picMkLst>
            <pc:docMk/>
            <pc:sldMk cId="4271826380" sldId="270"/>
            <ac:picMk id="7" creationId="{B5CD0DEF-A3D7-EF67-6DB6-36309DC66938}"/>
          </ac:picMkLst>
        </pc:picChg>
        <pc:picChg chg="add mod">
          <ac:chgData name="leegyubin@soongsil.ac.kr" userId="b9d40a19-df1b-458f-86df-cd2cb0ed7b78" providerId="ADAL" clId="{C2EDD66D-DBE8-4BE9-ACBD-F3D6BC7B5612}" dt="2024-05-07T04:25:56.994" v="2071"/>
          <ac:picMkLst>
            <pc:docMk/>
            <pc:sldMk cId="4271826380" sldId="270"/>
            <ac:picMk id="9" creationId="{D201D7C6-13BD-8253-7D5E-825A9BBFDB73}"/>
          </ac:picMkLst>
        </pc:picChg>
        <pc:picChg chg="add mod">
          <ac:chgData name="leegyubin@soongsil.ac.kr" userId="b9d40a19-df1b-458f-86df-cd2cb0ed7b78" providerId="ADAL" clId="{C2EDD66D-DBE8-4BE9-ACBD-F3D6BC7B5612}" dt="2024-05-07T04:26:49.982" v="2087"/>
          <ac:picMkLst>
            <pc:docMk/>
            <pc:sldMk cId="4271826380" sldId="270"/>
            <ac:picMk id="11" creationId="{FDA9F44B-6D81-42B1-C9DA-387DA0A79C73}"/>
          </ac:picMkLst>
        </pc:picChg>
        <pc:picChg chg="add mod topLvl modCrop">
          <ac:chgData name="leegyubin@soongsil.ac.kr" userId="b9d40a19-df1b-458f-86df-cd2cb0ed7b78" providerId="ADAL" clId="{C2EDD66D-DBE8-4BE9-ACBD-F3D6BC7B5612}" dt="2024-05-07T04:35:34.212" v="2284" actId="1037"/>
          <ac:picMkLst>
            <pc:docMk/>
            <pc:sldMk cId="4271826380" sldId="270"/>
            <ac:picMk id="17" creationId="{5B23961D-9524-9CCD-BFDB-E9216B06A9C8}"/>
          </ac:picMkLst>
        </pc:picChg>
        <pc:picChg chg="add mod">
          <ac:chgData name="leegyubin@soongsil.ac.kr" userId="b9d40a19-df1b-458f-86df-cd2cb0ed7b78" providerId="ADAL" clId="{C2EDD66D-DBE8-4BE9-ACBD-F3D6BC7B5612}" dt="2024-05-07T04:41:18.103" v="2366" actId="1076"/>
          <ac:picMkLst>
            <pc:docMk/>
            <pc:sldMk cId="4271826380" sldId="270"/>
            <ac:picMk id="20" creationId="{923719D5-7C23-D012-7CD5-2B73F9253FB6}"/>
          </ac:picMkLst>
        </pc:picChg>
        <pc:picChg chg="add mod">
          <ac:chgData name="leegyubin@soongsil.ac.kr" userId="b9d40a19-df1b-458f-86df-cd2cb0ed7b78" providerId="ADAL" clId="{C2EDD66D-DBE8-4BE9-ACBD-F3D6BC7B5612}" dt="2024-05-07T10:05:30.394" v="4565"/>
          <ac:picMkLst>
            <pc:docMk/>
            <pc:sldMk cId="4271826380" sldId="270"/>
            <ac:picMk id="23" creationId="{0B1F24A3-088C-EB2D-D992-A0D558D3DA41}"/>
          </ac:picMkLst>
        </pc:picChg>
        <pc:picChg chg="add del mod ord">
          <ac:chgData name="leegyubin@soongsil.ac.kr" userId="b9d40a19-df1b-458f-86df-cd2cb0ed7b78" providerId="ADAL" clId="{C2EDD66D-DBE8-4BE9-ACBD-F3D6BC7B5612}" dt="2024-05-07T10:07:54.490" v="4571" actId="478"/>
          <ac:picMkLst>
            <pc:docMk/>
            <pc:sldMk cId="4271826380" sldId="270"/>
            <ac:picMk id="25" creationId="{1C573AA1-7CC6-5416-DE3F-B19EBD68E354}"/>
          </ac:picMkLst>
        </pc:picChg>
        <pc:picChg chg="add mod ord">
          <ac:chgData name="leegyubin@soongsil.ac.kr" userId="b9d40a19-df1b-458f-86df-cd2cb0ed7b78" providerId="ADAL" clId="{C2EDD66D-DBE8-4BE9-ACBD-F3D6BC7B5612}" dt="2024-05-07T10:08:00.894" v="4575" actId="167"/>
          <ac:picMkLst>
            <pc:docMk/>
            <pc:sldMk cId="4271826380" sldId="270"/>
            <ac:picMk id="27" creationId="{44BAAEE0-5BF4-471D-7FF7-FCF782216382}"/>
          </ac:picMkLst>
        </pc:picChg>
      </pc:sldChg>
      <pc:sldChg chg="addSp delSp modSp new add del mod">
        <pc:chgData name="leegyubin@soongsil.ac.kr" userId="b9d40a19-df1b-458f-86df-cd2cb0ed7b78" providerId="ADAL" clId="{C2EDD66D-DBE8-4BE9-ACBD-F3D6BC7B5612}" dt="2024-05-07T08:43:00.872" v="3828" actId="47"/>
        <pc:sldMkLst>
          <pc:docMk/>
          <pc:sldMk cId="600772577" sldId="271"/>
        </pc:sldMkLst>
        <pc:spChg chg="del">
          <ac:chgData name="leegyubin@soongsil.ac.kr" userId="b9d40a19-df1b-458f-86df-cd2cb0ed7b78" providerId="ADAL" clId="{C2EDD66D-DBE8-4BE9-ACBD-F3D6BC7B5612}" dt="2024-05-07T05:16:24.640" v="2382" actId="478"/>
          <ac:spMkLst>
            <pc:docMk/>
            <pc:sldMk cId="600772577" sldId="271"/>
            <ac:spMk id="2" creationId="{BD138FC4-8AD8-AC95-70BA-5CFC028AF0E4}"/>
          </ac:spMkLst>
        </pc:spChg>
        <pc:spChg chg="del">
          <ac:chgData name="leegyubin@soongsil.ac.kr" userId="b9d40a19-df1b-458f-86df-cd2cb0ed7b78" providerId="ADAL" clId="{C2EDD66D-DBE8-4BE9-ACBD-F3D6BC7B5612}" dt="2024-05-07T05:16:24.640" v="2382" actId="478"/>
          <ac:spMkLst>
            <pc:docMk/>
            <pc:sldMk cId="600772577" sldId="271"/>
            <ac:spMk id="3" creationId="{8E515018-2FF0-93A9-0CD4-8EAF61E02521}"/>
          </ac:spMkLst>
        </pc:spChg>
        <pc:spChg chg="add mod">
          <ac:chgData name="leegyubin@soongsil.ac.kr" userId="b9d40a19-df1b-458f-86df-cd2cb0ed7b78" providerId="ADAL" clId="{C2EDD66D-DBE8-4BE9-ACBD-F3D6BC7B5612}" dt="2024-05-07T05:16:40.474" v="2389" actId="208"/>
          <ac:spMkLst>
            <pc:docMk/>
            <pc:sldMk cId="600772577" sldId="271"/>
            <ac:spMk id="6" creationId="{5B57C555-8CB9-69D6-3895-E1C64EB794E6}"/>
          </ac:spMkLst>
        </pc:spChg>
        <pc:spChg chg="add mod">
          <ac:chgData name="leegyubin@soongsil.ac.kr" userId="b9d40a19-df1b-458f-86df-cd2cb0ed7b78" providerId="ADAL" clId="{C2EDD66D-DBE8-4BE9-ACBD-F3D6BC7B5612}" dt="2024-05-07T05:16:33.450" v="2386" actId="571"/>
          <ac:spMkLst>
            <pc:docMk/>
            <pc:sldMk cId="600772577" sldId="271"/>
            <ac:spMk id="8" creationId="{2EE8916F-40D5-B957-004C-9B34FFBFDE14}"/>
          </ac:spMkLst>
        </pc:spChg>
        <pc:spChg chg="add mod">
          <ac:chgData name="leegyubin@soongsil.ac.kr" userId="b9d40a19-df1b-458f-86df-cd2cb0ed7b78" providerId="ADAL" clId="{C2EDD66D-DBE8-4BE9-ACBD-F3D6BC7B5612}" dt="2024-05-07T05:16:51.992" v="2408"/>
          <ac:spMkLst>
            <pc:docMk/>
            <pc:sldMk cId="600772577" sldId="271"/>
            <ac:spMk id="9" creationId="{C4D4AD18-78F6-EB36-4C71-A2E2DCFB0761}"/>
          </ac:spMkLst>
        </pc:spChg>
        <pc:spChg chg="add mod">
          <ac:chgData name="leegyubin@soongsil.ac.kr" userId="b9d40a19-df1b-458f-86df-cd2cb0ed7b78" providerId="ADAL" clId="{C2EDD66D-DBE8-4BE9-ACBD-F3D6BC7B5612}" dt="2024-05-07T05:16:55.679" v="2409" actId="571"/>
          <ac:spMkLst>
            <pc:docMk/>
            <pc:sldMk cId="600772577" sldId="271"/>
            <ac:spMk id="10" creationId="{E8F54078-A9AF-CE18-406A-C49F9B776F39}"/>
          </ac:spMkLst>
        </pc:spChg>
        <pc:spChg chg="add mod">
          <ac:chgData name="leegyubin@soongsil.ac.kr" userId="b9d40a19-df1b-458f-86df-cd2cb0ed7b78" providerId="ADAL" clId="{C2EDD66D-DBE8-4BE9-ACBD-F3D6BC7B5612}" dt="2024-05-07T05:16:57.634" v="2413" actId="6549"/>
          <ac:spMkLst>
            <pc:docMk/>
            <pc:sldMk cId="600772577" sldId="271"/>
            <ac:spMk id="11" creationId="{484E6072-3B65-80AE-A66A-94C88E917273}"/>
          </ac:spMkLst>
        </pc:spChg>
        <pc:spChg chg="add mod">
          <ac:chgData name="leegyubin@soongsil.ac.kr" userId="b9d40a19-df1b-458f-86df-cd2cb0ed7b78" providerId="ADAL" clId="{C2EDD66D-DBE8-4BE9-ACBD-F3D6BC7B5612}" dt="2024-05-07T05:17:10.658" v="2422" actId="208"/>
          <ac:spMkLst>
            <pc:docMk/>
            <pc:sldMk cId="600772577" sldId="271"/>
            <ac:spMk id="12" creationId="{1CB2CAB2-680F-5E66-314B-0EB821043224}"/>
          </ac:spMkLst>
        </pc:spChg>
        <pc:spChg chg="add mod">
          <ac:chgData name="leegyubin@soongsil.ac.kr" userId="b9d40a19-df1b-458f-86df-cd2cb0ed7b78" providerId="ADAL" clId="{C2EDD66D-DBE8-4BE9-ACBD-F3D6BC7B5612}" dt="2024-05-07T05:17:05.424" v="2421"/>
          <ac:spMkLst>
            <pc:docMk/>
            <pc:sldMk cId="600772577" sldId="271"/>
            <ac:spMk id="13" creationId="{064D9E8C-00CC-6FC8-8430-9A1C423D4AEB}"/>
          </ac:spMkLst>
        </pc:spChg>
        <pc:spChg chg="add mod">
          <ac:chgData name="leegyubin@soongsil.ac.kr" userId="b9d40a19-df1b-458f-86df-cd2cb0ed7b78" providerId="ADAL" clId="{C2EDD66D-DBE8-4BE9-ACBD-F3D6BC7B5612}" dt="2024-05-07T05:17:13.527" v="2423" actId="571"/>
          <ac:spMkLst>
            <pc:docMk/>
            <pc:sldMk cId="600772577" sldId="271"/>
            <ac:spMk id="14" creationId="{BC645A24-7B99-A0F1-37DB-8FB01A4E7971}"/>
          </ac:spMkLst>
        </pc:spChg>
        <pc:spChg chg="add mod">
          <ac:chgData name="leegyubin@soongsil.ac.kr" userId="b9d40a19-df1b-458f-86df-cd2cb0ed7b78" providerId="ADAL" clId="{C2EDD66D-DBE8-4BE9-ACBD-F3D6BC7B5612}" dt="2024-05-07T05:17:26.223" v="2449"/>
          <ac:spMkLst>
            <pc:docMk/>
            <pc:sldMk cId="600772577" sldId="271"/>
            <ac:spMk id="15" creationId="{408EE6D2-7FE7-02FF-5617-0C969C0E878A}"/>
          </ac:spMkLst>
        </pc:spChg>
        <pc:spChg chg="add mod">
          <ac:chgData name="leegyubin@soongsil.ac.kr" userId="b9d40a19-df1b-458f-86df-cd2cb0ed7b78" providerId="ADAL" clId="{C2EDD66D-DBE8-4BE9-ACBD-F3D6BC7B5612}" dt="2024-05-07T05:17:16.511" v="2424" actId="571"/>
          <ac:spMkLst>
            <pc:docMk/>
            <pc:sldMk cId="600772577" sldId="271"/>
            <ac:spMk id="16" creationId="{F7177036-46EF-8CFB-C5F0-59260FD14E48}"/>
          </ac:spMkLst>
        </pc:spChg>
        <pc:spChg chg="add mod">
          <ac:chgData name="leegyubin@soongsil.ac.kr" userId="b9d40a19-df1b-458f-86df-cd2cb0ed7b78" providerId="ADAL" clId="{C2EDD66D-DBE8-4BE9-ACBD-F3D6BC7B5612}" dt="2024-05-07T05:17:20.775" v="2434"/>
          <ac:spMkLst>
            <pc:docMk/>
            <pc:sldMk cId="600772577" sldId="271"/>
            <ac:spMk id="17" creationId="{44E2FB77-A924-A7CA-34AD-1DC26566C5E2}"/>
          </ac:spMkLst>
        </pc:spChg>
        <pc:spChg chg="add mod">
          <ac:chgData name="leegyubin@soongsil.ac.kr" userId="b9d40a19-df1b-458f-86df-cd2cb0ed7b78" providerId="ADAL" clId="{C2EDD66D-DBE8-4BE9-ACBD-F3D6BC7B5612}" dt="2024-05-07T05:19:51.716" v="2489" actId="1076"/>
          <ac:spMkLst>
            <pc:docMk/>
            <pc:sldMk cId="600772577" sldId="271"/>
            <ac:spMk id="21" creationId="{7120C088-393C-D182-6C5E-5A093E66757A}"/>
          </ac:spMkLst>
        </pc:spChg>
        <pc:spChg chg="add mod">
          <ac:chgData name="leegyubin@soongsil.ac.kr" userId="b9d40a19-df1b-458f-86df-cd2cb0ed7b78" providerId="ADAL" clId="{C2EDD66D-DBE8-4BE9-ACBD-F3D6BC7B5612}" dt="2024-05-07T05:19:53.772" v="2490" actId="1076"/>
          <ac:spMkLst>
            <pc:docMk/>
            <pc:sldMk cId="600772577" sldId="271"/>
            <ac:spMk id="23" creationId="{CE18338D-CC67-FABB-3D2E-41593E85C5BE}"/>
          </ac:spMkLst>
        </pc:spChg>
        <pc:spChg chg="add mod">
          <ac:chgData name="leegyubin@soongsil.ac.kr" userId="b9d40a19-df1b-458f-86df-cd2cb0ed7b78" providerId="ADAL" clId="{C2EDD66D-DBE8-4BE9-ACBD-F3D6BC7B5612}" dt="2024-05-07T05:19:59.044" v="2495"/>
          <ac:spMkLst>
            <pc:docMk/>
            <pc:sldMk cId="600772577" sldId="271"/>
            <ac:spMk id="25" creationId="{739DA217-2DBF-4CF2-70E6-97E75C052F62}"/>
          </ac:spMkLst>
        </pc:spChg>
        <pc:picChg chg="add mod">
          <ac:chgData name="leegyubin@soongsil.ac.kr" userId="b9d40a19-df1b-458f-86df-cd2cb0ed7b78" providerId="ADAL" clId="{C2EDD66D-DBE8-4BE9-ACBD-F3D6BC7B5612}" dt="2024-05-07T05:19:05.631" v="2459" actId="1076"/>
          <ac:picMkLst>
            <pc:docMk/>
            <pc:sldMk cId="600772577" sldId="271"/>
            <ac:picMk id="5" creationId="{51B46F33-8C01-13D0-1EF9-2D8983672DB9}"/>
          </ac:picMkLst>
        </pc:picChg>
        <pc:picChg chg="add mod">
          <ac:chgData name="leegyubin@soongsil.ac.kr" userId="b9d40a19-df1b-458f-86df-cd2cb0ed7b78" providerId="ADAL" clId="{C2EDD66D-DBE8-4BE9-ACBD-F3D6BC7B5612}" dt="2024-05-07T05:16:33.450" v="2386" actId="571"/>
          <ac:picMkLst>
            <pc:docMk/>
            <pc:sldMk cId="600772577" sldId="271"/>
            <ac:picMk id="7" creationId="{38C1C23E-30E6-1E9B-A638-28C1790333C9}"/>
          </ac:picMkLst>
        </pc:picChg>
        <pc:picChg chg="add mod">
          <ac:chgData name="leegyubin@soongsil.ac.kr" userId="b9d40a19-df1b-458f-86df-cd2cb0ed7b78" providerId="ADAL" clId="{C2EDD66D-DBE8-4BE9-ACBD-F3D6BC7B5612}" dt="2024-05-07T05:17:46.680" v="2451" actId="571"/>
          <ac:picMkLst>
            <pc:docMk/>
            <pc:sldMk cId="600772577" sldId="271"/>
            <ac:picMk id="18" creationId="{E89111FD-2B50-70DB-D366-DC7462429B66}"/>
          </ac:picMkLst>
        </pc:picChg>
        <pc:picChg chg="add mod modCrop">
          <ac:chgData name="leegyubin@soongsil.ac.kr" userId="b9d40a19-df1b-458f-86df-cd2cb0ed7b78" providerId="ADAL" clId="{C2EDD66D-DBE8-4BE9-ACBD-F3D6BC7B5612}" dt="2024-05-07T05:19:07.452" v="2460" actId="1076"/>
          <ac:picMkLst>
            <pc:docMk/>
            <pc:sldMk cId="600772577" sldId="271"/>
            <ac:picMk id="19" creationId="{8A6A941C-81CE-4194-31DC-7D2FB427F3BB}"/>
          </ac:picMkLst>
        </pc:picChg>
        <pc:picChg chg="add mod modCrop">
          <ac:chgData name="leegyubin@soongsil.ac.kr" userId="b9d40a19-df1b-458f-86df-cd2cb0ed7b78" providerId="ADAL" clId="{C2EDD66D-DBE8-4BE9-ACBD-F3D6BC7B5612}" dt="2024-05-07T05:19:25.532" v="2465" actId="1076"/>
          <ac:picMkLst>
            <pc:docMk/>
            <pc:sldMk cId="600772577" sldId="271"/>
            <ac:picMk id="20" creationId="{DE9FE892-915B-7E97-CA14-D5592B403612}"/>
          </ac:picMkLst>
        </pc:picChg>
        <pc:picChg chg="add mod">
          <ac:chgData name="leegyubin@soongsil.ac.kr" userId="b9d40a19-df1b-458f-86df-cd2cb0ed7b78" providerId="ADAL" clId="{C2EDD66D-DBE8-4BE9-ACBD-F3D6BC7B5612}" dt="2024-05-07T05:19:36.388" v="2474" actId="571"/>
          <ac:picMkLst>
            <pc:docMk/>
            <pc:sldMk cId="600772577" sldId="271"/>
            <ac:picMk id="22" creationId="{3DE2B96B-B163-5A9D-28B6-B7E084827F7D}"/>
          </ac:picMkLst>
        </pc:picChg>
        <pc:picChg chg="add mod">
          <ac:chgData name="leegyubin@soongsil.ac.kr" userId="b9d40a19-df1b-458f-86df-cd2cb0ed7b78" providerId="ADAL" clId="{C2EDD66D-DBE8-4BE9-ACBD-F3D6BC7B5612}" dt="2024-05-07T05:19:55.740" v="2491" actId="571"/>
          <ac:picMkLst>
            <pc:docMk/>
            <pc:sldMk cId="600772577" sldId="271"/>
            <ac:picMk id="24" creationId="{D1952494-94CA-6CB4-D042-D67AC87AA125}"/>
          </ac:picMkLst>
        </pc:picChg>
      </pc:sldChg>
      <pc:sldChg chg="delSp new del mod">
        <pc:chgData name="leegyubin@soongsil.ac.kr" userId="b9d40a19-df1b-458f-86df-cd2cb0ed7b78" providerId="ADAL" clId="{C2EDD66D-DBE8-4BE9-ACBD-F3D6BC7B5612}" dt="2024-05-07T05:41:32.810" v="2499" actId="47"/>
        <pc:sldMkLst>
          <pc:docMk/>
          <pc:sldMk cId="1570057868" sldId="272"/>
        </pc:sldMkLst>
        <pc:spChg chg="del">
          <ac:chgData name="leegyubin@soongsil.ac.kr" userId="b9d40a19-df1b-458f-86df-cd2cb0ed7b78" providerId="ADAL" clId="{C2EDD66D-DBE8-4BE9-ACBD-F3D6BC7B5612}" dt="2024-05-07T05:35:10.029" v="2497" actId="478"/>
          <ac:spMkLst>
            <pc:docMk/>
            <pc:sldMk cId="1570057868" sldId="272"/>
            <ac:spMk id="2" creationId="{505CD60A-C97B-61E5-73E4-B925E3AC2AA9}"/>
          </ac:spMkLst>
        </pc:spChg>
        <pc:spChg chg="del">
          <ac:chgData name="leegyubin@soongsil.ac.kr" userId="b9d40a19-df1b-458f-86df-cd2cb0ed7b78" providerId="ADAL" clId="{C2EDD66D-DBE8-4BE9-ACBD-F3D6BC7B5612}" dt="2024-05-07T05:35:10.029" v="2497" actId="478"/>
          <ac:spMkLst>
            <pc:docMk/>
            <pc:sldMk cId="1570057868" sldId="272"/>
            <ac:spMk id="3" creationId="{6D71AFBC-0473-2A3D-8E1D-1DEF4CC5EFE7}"/>
          </ac:spMkLst>
        </pc:spChg>
      </pc:sldChg>
      <pc:sldChg chg="add del">
        <pc:chgData name="leegyubin@soongsil.ac.kr" userId="b9d40a19-df1b-458f-86df-cd2cb0ed7b78" providerId="ADAL" clId="{C2EDD66D-DBE8-4BE9-ACBD-F3D6BC7B5612}" dt="2024-05-07T05:42:21.796" v="2506" actId="47"/>
        <pc:sldMkLst>
          <pc:docMk/>
          <pc:sldMk cId="1584224483" sldId="273"/>
        </pc:sldMkLst>
      </pc:sldChg>
      <pc:sldChg chg="addSp delSp modSp add del">
        <pc:chgData name="leegyubin@soongsil.ac.kr" userId="b9d40a19-df1b-458f-86df-cd2cb0ed7b78" providerId="ADAL" clId="{C2EDD66D-DBE8-4BE9-ACBD-F3D6BC7B5612}" dt="2024-05-08T05:17:35.525" v="4576" actId="47"/>
        <pc:sldMkLst>
          <pc:docMk/>
          <pc:sldMk cId="1574882750" sldId="274"/>
        </pc:sldMkLst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2" creationId="{366E3EB9-3CF9-EEF8-0A24-C3ECD1813010}"/>
          </ac:spMkLst>
        </pc:spChg>
        <pc:spChg chg="add mod">
          <ac:chgData name="leegyubin@soongsil.ac.kr" userId="b9d40a19-df1b-458f-86df-cd2cb0ed7b78" providerId="ADAL" clId="{C2EDD66D-DBE8-4BE9-ACBD-F3D6BC7B5612}" dt="2024-05-07T05:43:03.042" v="2515"/>
          <ac:spMkLst>
            <pc:docMk/>
            <pc:sldMk cId="1574882750" sldId="274"/>
            <ac:spMk id="5" creationId="{79F8DFB9-8FDD-58E1-BE3C-7A8AF1925B79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11" creationId="{6AE96D18-A8C9-D881-AE8B-E8C5A89AD35F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33" creationId="{B26DF070-D199-E088-096C-BA849B486012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34" creationId="{772AA0B3-9DFF-7564-CEA5-107D40551F41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36" creationId="{74645A2F-F6F9-A752-6C49-97C4A8EC8D62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37" creationId="{CDB6BBE5-AF83-55B6-3280-005B838A2C1B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52" creationId="{5CD6665C-094B-0786-14D8-90969A8FA14A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53" creationId="{34AB4531-A1D3-D7FE-F6B9-870DCA83A4B3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27" creationId="{D81D91A9-849F-BC20-EB5F-0953E357602A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28" creationId="{A79BBC6E-4EBD-5661-D3A8-B25EA70E26AD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0" creationId="{F9E710C3-7C06-7959-1075-7AA4E71C015E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1" creationId="{C63C2C93-DA16-4E82-7473-861F0B7C32C2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3" creationId="{F5CDC054-888B-D2B6-3D10-A3D566B08FB5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4" creationId="{8BA212EE-FB35-5FFF-0FA3-0F6E6DAF34F3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7" creationId="{AB0C84EE-225E-230F-EA4C-9C6913AC0BDE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38" creationId="{8F1A712E-88E9-3417-71E5-218D6805F2B6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48" creationId="{83990759-8FBE-C5CC-DAFD-053075CE1A27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49" creationId="{8C340ECC-1D3B-A9D5-5D69-EDF588828745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0" creationId="{6F827960-3908-09F4-83D8-4EF774DF4D58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1" creationId="{604954D8-0F0F-50E1-A3F5-ED642D6149C3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2" creationId="{0B699A72-CABF-C2B0-B23A-ADE33BF97AC5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3" creationId="{FBF85121-848D-0783-380A-C9B33D4322D3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4" creationId="{AB4E975E-3314-D7E8-3E59-CBA69C0AA5A4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55" creationId="{EA342E5A-6457-CFF8-CA2A-8CB165687A67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0" creationId="{7D397AEA-5203-F41C-1659-4E9C8B364D9A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1" creationId="{35988EBE-7843-94AC-66F4-C9BA8EDAE289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2" creationId="{44E1C721-F399-0978-738F-5C26356BFF14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3" creationId="{FBF4E895-F884-56A5-1C2D-5B9EB1838CCB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4" creationId="{9283A6B5-2B99-C321-4543-7E337D1B56B3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5" creationId="{A88C1124-00DD-3168-F720-1A15343207BD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6" creationId="{9B44FD2B-855E-C27D-0FD4-51756DAC6D4E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197" creationId="{B56ACA62-EA63-C15B-1055-E3AA774DA0AF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200" creationId="{E760B2F0-8FBA-748C-2DF2-40AEEFA164A2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201" creationId="{0AD90F2E-ADBD-DE14-B5E9-357FD649F147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203" creationId="{46155721-91A5-08B9-41DA-D87BFA6F4AE9}"/>
          </ac:spMkLst>
        </pc:spChg>
        <pc:spChg chg="mod topLvl">
          <ac:chgData name="leegyubin@soongsil.ac.kr" userId="b9d40a19-df1b-458f-86df-cd2cb0ed7b78" providerId="ADAL" clId="{C2EDD66D-DBE8-4BE9-ACBD-F3D6BC7B5612}" dt="2024-05-07T05:42:30.769" v="2507" actId="165"/>
          <ac:spMkLst>
            <pc:docMk/>
            <pc:sldMk cId="1574882750" sldId="274"/>
            <ac:spMk id="204" creationId="{DB3BACA4-F12A-1AAF-C7EF-898AF580D0C5}"/>
          </ac:spMkLst>
        </pc:spChg>
        <pc:spChg chg="mod topLvl">
          <ac:chgData name="leegyubin@soongsil.ac.kr" userId="b9d40a19-df1b-458f-86df-cd2cb0ed7b78" providerId="ADAL" clId="{C2EDD66D-DBE8-4BE9-ACBD-F3D6BC7B5612}" dt="2024-05-07T05:42:44.671" v="2510" actId="164"/>
          <ac:spMkLst>
            <pc:docMk/>
            <pc:sldMk cId="1574882750" sldId="274"/>
            <ac:spMk id="205" creationId="{C2495723-85CC-96FE-313F-99A27DBCA294}"/>
          </ac:spMkLst>
        </pc:spChg>
        <pc:spChg chg="mod topLvl">
          <ac:chgData name="leegyubin@soongsil.ac.kr" userId="b9d40a19-df1b-458f-86df-cd2cb0ed7b78" providerId="ADAL" clId="{C2EDD66D-DBE8-4BE9-ACBD-F3D6BC7B5612}" dt="2024-05-07T05:41:56.330" v="2501" actId="165"/>
          <ac:spMkLst>
            <pc:docMk/>
            <pc:sldMk cId="1574882750" sldId="274"/>
            <ac:spMk id="206" creationId="{63A0300B-D081-0DF7-58C2-0CCD129090F7}"/>
          </ac:spMkLst>
        </pc:spChg>
        <pc:spChg chg="mod topLvl">
          <ac:chgData name="leegyubin@soongsil.ac.kr" userId="b9d40a19-df1b-458f-86df-cd2cb0ed7b78" providerId="ADAL" clId="{C2EDD66D-DBE8-4BE9-ACBD-F3D6BC7B5612}" dt="2024-05-07T05:41:56.330" v="2501" actId="165"/>
          <ac:spMkLst>
            <pc:docMk/>
            <pc:sldMk cId="1574882750" sldId="274"/>
            <ac:spMk id="209" creationId="{44F2FC48-8D32-ED6F-E44B-A8B024CFACEA}"/>
          </ac:spMkLst>
        </pc:spChg>
        <pc:grpChg chg="add mod">
          <ac:chgData name="leegyubin@soongsil.ac.kr" userId="b9d40a19-df1b-458f-86df-cd2cb0ed7b78" providerId="ADAL" clId="{C2EDD66D-DBE8-4BE9-ACBD-F3D6BC7B5612}" dt="2024-05-07T05:42:44.671" v="2510" actId="164"/>
          <ac:grpSpMkLst>
            <pc:docMk/>
            <pc:sldMk cId="1574882750" sldId="274"/>
            <ac:grpSpMk id="4" creationId="{D85C0B66-5EEB-7D5D-D23C-0A8D08CA813F}"/>
          </ac:grpSpMkLst>
        </pc:grpChg>
        <pc:grpChg chg="del mod topLvl">
          <ac:chgData name="leegyubin@soongsil.ac.kr" userId="b9d40a19-df1b-458f-86df-cd2cb0ed7b78" providerId="ADAL" clId="{C2EDD66D-DBE8-4BE9-ACBD-F3D6BC7B5612}" dt="2024-05-07T05:42:30.769" v="2507" actId="165"/>
          <ac:grpSpMkLst>
            <pc:docMk/>
            <pc:sldMk cId="1574882750" sldId="274"/>
            <ac:grpSpMk id="207" creationId="{39C322E5-B95D-4AEE-9C89-BE03B9671EFA}"/>
          </ac:grpSpMkLst>
        </pc:grpChg>
        <pc:grpChg chg="del mod topLvl">
          <ac:chgData name="leegyubin@soongsil.ac.kr" userId="b9d40a19-df1b-458f-86df-cd2cb0ed7b78" providerId="ADAL" clId="{C2EDD66D-DBE8-4BE9-ACBD-F3D6BC7B5612}" dt="2024-05-07T05:42:30.769" v="2507" actId="165"/>
          <ac:grpSpMkLst>
            <pc:docMk/>
            <pc:sldMk cId="1574882750" sldId="274"/>
            <ac:grpSpMk id="208" creationId="{91A4A3F7-6A47-0FA8-4A2C-FDA6AD9363CA}"/>
          </ac:grpSpMkLst>
        </pc:grpChg>
        <pc:grpChg chg="del mod topLvl">
          <ac:chgData name="leegyubin@soongsil.ac.kr" userId="b9d40a19-df1b-458f-86df-cd2cb0ed7b78" providerId="ADAL" clId="{C2EDD66D-DBE8-4BE9-ACBD-F3D6BC7B5612}" dt="2024-05-07T05:42:30.769" v="2507" actId="165"/>
          <ac:grpSpMkLst>
            <pc:docMk/>
            <pc:sldMk cId="1574882750" sldId="274"/>
            <ac:grpSpMk id="210" creationId="{2FD5F07A-008C-31FF-3C93-A7430F085E88}"/>
          </ac:grpSpMkLst>
        </pc:grpChg>
        <pc:grpChg chg="del mod topLvl">
          <ac:chgData name="leegyubin@soongsil.ac.kr" userId="b9d40a19-df1b-458f-86df-cd2cb0ed7b78" providerId="ADAL" clId="{C2EDD66D-DBE8-4BE9-ACBD-F3D6BC7B5612}" dt="2024-05-07T05:42:30.769" v="2507" actId="165"/>
          <ac:grpSpMkLst>
            <pc:docMk/>
            <pc:sldMk cId="1574882750" sldId="274"/>
            <ac:grpSpMk id="212" creationId="{1CEA5F04-AF37-0455-A9AB-ACC6B34A9997}"/>
          </ac:grpSpMkLst>
        </pc:grpChg>
        <pc:grpChg chg="del">
          <ac:chgData name="leegyubin@soongsil.ac.kr" userId="b9d40a19-df1b-458f-86df-cd2cb0ed7b78" providerId="ADAL" clId="{C2EDD66D-DBE8-4BE9-ACBD-F3D6BC7B5612}" dt="2024-05-07T05:41:56.330" v="2501" actId="165"/>
          <ac:grpSpMkLst>
            <pc:docMk/>
            <pc:sldMk cId="1574882750" sldId="274"/>
            <ac:grpSpMk id="213" creationId="{4E97D836-660B-2516-4193-8884CF65ABC9}"/>
          </ac:grpSpMkLst>
        </pc:grpChg>
        <pc:picChg chg="mod topLvl">
          <ac:chgData name="leegyubin@soongsil.ac.kr" userId="b9d40a19-df1b-458f-86df-cd2cb0ed7b78" providerId="ADAL" clId="{C2EDD66D-DBE8-4BE9-ACBD-F3D6BC7B5612}" dt="2024-05-07T05:42:44.671" v="2510" actId="164"/>
          <ac:picMkLst>
            <pc:docMk/>
            <pc:sldMk cId="1574882750" sldId="274"/>
            <ac:picMk id="50" creationId="{ACB4714A-E6AF-2EC6-7D92-AD595338995D}"/>
          </ac:picMkLst>
        </pc:picChg>
        <pc:picChg chg="mod topLvl">
          <ac:chgData name="leegyubin@soongsil.ac.kr" userId="b9d40a19-df1b-458f-86df-cd2cb0ed7b78" providerId="ADAL" clId="{C2EDD66D-DBE8-4BE9-ACBD-F3D6BC7B5612}" dt="2024-05-07T05:42:30.769" v="2507" actId="165"/>
          <ac:picMkLst>
            <pc:docMk/>
            <pc:sldMk cId="1574882750" sldId="274"/>
            <ac:picMk id="135" creationId="{A21ED661-0244-C299-960B-B8BADC1C8606}"/>
          </ac:picMkLst>
        </pc:picChg>
        <pc:picChg chg="mod topLvl">
          <ac:chgData name="leegyubin@soongsil.ac.kr" userId="b9d40a19-df1b-458f-86df-cd2cb0ed7b78" providerId="ADAL" clId="{C2EDD66D-DBE8-4BE9-ACBD-F3D6BC7B5612}" dt="2024-05-07T05:42:30.769" v="2507" actId="165"/>
          <ac:picMkLst>
            <pc:docMk/>
            <pc:sldMk cId="1574882750" sldId="274"/>
            <ac:picMk id="146" creationId="{021F3489-94E8-44A9-3709-56EB9D2CB114}"/>
          </ac:picMkLst>
        </pc:picChg>
        <pc:picChg chg="mod topLvl">
          <ac:chgData name="leegyubin@soongsil.ac.kr" userId="b9d40a19-df1b-458f-86df-cd2cb0ed7b78" providerId="ADAL" clId="{C2EDD66D-DBE8-4BE9-ACBD-F3D6BC7B5612}" dt="2024-05-07T05:42:30.769" v="2507" actId="165"/>
          <ac:picMkLst>
            <pc:docMk/>
            <pc:sldMk cId="1574882750" sldId="274"/>
            <ac:picMk id="188" creationId="{A3A5578D-2701-3F8B-CC64-9D79B8CD6EB5}"/>
          </ac:picMkLst>
        </pc:picChg>
      </pc:sldChg>
      <pc:sldChg chg="addSp delSp modSp new mod ord setBg">
        <pc:chgData name="leegyubin@soongsil.ac.kr" userId="b9d40a19-df1b-458f-86df-cd2cb0ed7b78" providerId="ADAL" clId="{C2EDD66D-DBE8-4BE9-ACBD-F3D6BC7B5612}" dt="2024-05-07T09:57:51.781" v="4560" actId="207"/>
        <pc:sldMkLst>
          <pc:docMk/>
          <pc:sldMk cId="3470833986" sldId="275"/>
        </pc:sldMkLst>
        <pc:spChg chg="del">
          <ac:chgData name="leegyubin@soongsil.ac.kr" userId="b9d40a19-df1b-458f-86df-cd2cb0ed7b78" providerId="ADAL" clId="{C2EDD66D-DBE8-4BE9-ACBD-F3D6BC7B5612}" dt="2024-05-07T05:42:20.870" v="2505" actId="478"/>
          <ac:spMkLst>
            <pc:docMk/>
            <pc:sldMk cId="3470833986" sldId="275"/>
            <ac:spMk id="2" creationId="{5BB7B606-B40C-31C5-2D28-26BA6B03C1C6}"/>
          </ac:spMkLst>
        </pc:spChg>
        <pc:spChg chg="del">
          <ac:chgData name="leegyubin@soongsil.ac.kr" userId="b9d40a19-df1b-458f-86df-cd2cb0ed7b78" providerId="ADAL" clId="{C2EDD66D-DBE8-4BE9-ACBD-F3D6BC7B5612}" dt="2024-05-07T05:42:20.870" v="2505" actId="478"/>
          <ac:spMkLst>
            <pc:docMk/>
            <pc:sldMk cId="3470833986" sldId="275"/>
            <ac:spMk id="3" creationId="{064B8B08-F111-E403-1B1B-B459E681C6A2}"/>
          </ac:spMkLst>
        </pc:spChg>
        <pc:spChg chg="add mod">
          <ac:chgData name="leegyubin@soongsil.ac.kr" userId="b9d40a19-df1b-458f-86df-cd2cb0ed7b78" providerId="ADAL" clId="{C2EDD66D-DBE8-4BE9-ACBD-F3D6BC7B5612}" dt="2024-05-07T09:42:39.278" v="4431" actId="164"/>
          <ac:spMkLst>
            <pc:docMk/>
            <pc:sldMk cId="3470833986" sldId="275"/>
            <ac:spMk id="4" creationId="{57E80AEC-7F61-3D08-6F37-17D2FC2BC772}"/>
          </ac:spMkLst>
        </pc:spChg>
        <pc:spChg chg="add del mod topLvl">
          <ac:chgData name="leegyubin@soongsil.ac.kr" userId="b9d40a19-df1b-458f-86df-cd2cb0ed7b78" providerId="ADAL" clId="{C2EDD66D-DBE8-4BE9-ACBD-F3D6BC7B5612}" dt="2024-05-07T06:02:30.793" v="2747" actId="478"/>
          <ac:spMkLst>
            <pc:docMk/>
            <pc:sldMk cId="3470833986" sldId="275"/>
            <ac:spMk id="6" creationId="{9E6C640C-2C67-CE89-856B-7D4FA80226DA}"/>
          </ac:spMkLst>
        </pc:spChg>
        <pc:spChg chg="del mod topLvl">
          <ac:chgData name="leegyubin@soongsil.ac.kr" userId="b9d40a19-df1b-458f-86df-cd2cb0ed7b78" providerId="ADAL" clId="{C2EDD66D-DBE8-4BE9-ACBD-F3D6BC7B5612}" dt="2024-05-07T06:02:20.921" v="2744" actId="478"/>
          <ac:spMkLst>
            <pc:docMk/>
            <pc:sldMk cId="3470833986" sldId="275"/>
            <ac:spMk id="7" creationId="{A75A57B4-15BD-0493-0457-711261650805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8" creationId="{C2AB1838-D097-1DAA-09B8-79487BCC96A4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9" creationId="{5F309B57-DA74-3362-3A32-1673C2F8504D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10" creationId="{3E3118CE-18F4-A274-8795-CAEEE14179E6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11" creationId="{7D49960C-C4A9-A119-C6E7-6B804D0D801B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13" creationId="{F870337F-315B-CFF4-C19B-D5D4AB1C5A68}"/>
          </ac:spMkLst>
        </pc:spChg>
        <pc:spChg chg="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14" creationId="{FF7A6933-382C-58D6-C11C-1B1D3F310613}"/>
          </ac:spMkLst>
        </pc:spChg>
        <pc:spChg chg="add del mod">
          <ac:chgData name="leegyubin@soongsil.ac.kr" userId="b9d40a19-df1b-458f-86df-cd2cb0ed7b78" providerId="ADAL" clId="{C2EDD66D-DBE8-4BE9-ACBD-F3D6BC7B5612}" dt="2024-05-07T05:44:06.390" v="2523" actId="478"/>
          <ac:spMkLst>
            <pc:docMk/>
            <pc:sldMk cId="3470833986" sldId="275"/>
            <ac:spMk id="15" creationId="{0D33E386-198E-C60F-EA47-F98DB5F2045F}"/>
          </ac:spMkLst>
        </pc:spChg>
        <pc:spChg chg="add mod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16" creationId="{161B0DDA-4C8B-8F90-5EB8-7E28DCBBE030}"/>
          </ac:spMkLst>
        </pc:spChg>
        <pc:spChg chg="mod topLvl">
          <ac:chgData name="leegyubin@soongsil.ac.kr" userId="b9d40a19-df1b-458f-86df-cd2cb0ed7b78" providerId="ADAL" clId="{C2EDD66D-DBE8-4BE9-ACBD-F3D6BC7B5612}" dt="2024-05-07T09:02:21.561" v="4136" actId="1076"/>
          <ac:spMkLst>
            <pc:docMk/>
            <pc:sldMk cId="3470833986" sldId="275"/>
            <ac:spMk id="18" creationId="{E5D6AAAE-3CDB-40EC-806C-1957A8C28AAC}"/>
          </ac:spMkLst>
        </pc:spChg>
        <pc:spChg chg="mod topLvl">
          <ac:chgData name="leegyubin@soongsil.ac.kr" userId="b9d40a19-df1b-458f-86df-cd2cb0ed7b78" providerId="ADAL" clId="{C2EDD66D-DBE8-4BE9-ACBD-F3D6BC7B5612}" dt="2024-05-07T09:51:26.516" v="4513" actId="207"/>
          <ac:spMkLst>
            <pc:docMk/>
            <pc:sldMk cId="3470833986" sldId="275"/>
            <ac:spMk id="19" creationId="{A8FD838F-FD55-7926-1B17-3494226EA3DF}"/>
          </ac:spMkLst>
        </pc:spChg>
        <pc:spChg chg="mod topLvl">
          <ac:chgData name="leegyubin@soongsil.ac.kr" userId="b9d40a19-df1b-458f-86df-cd2cb0ed7b78" providerId="ADAL" clId="{C2EDD66D-DBE8-4BE9-ACBD-F3D6BC7B5612}" dt="2024-05-07T09:02:21.561" v="4136" actId="1076"/>
          <ac:spMkLst>
            <pc:docMk/>
            <pc:sldMk cId="3470833986" sldId="275"/>
            <ac:spMk id="20" creationId="{D18C3C6E-7BF1-06F3-211A-F02CB7E610A1}"/>
          </ac:spMkLst>
        </pc:spChg>
        <pc:spChg chg="mod topLvl">
          <ac:chgData name="leegyubin@soongsil.ac.kr" userId="b9d40a19-df1b-458f-86df-cd2cb0ed7b78" providerId="ADAL" clId="{C2EDD66D-DBE8-4BE9-ACBD-F3D6BC7B5612}" dt="2024-05-07T09:51:26.516" v="4513" actId="207"/>
          <ac:spMkLst>
            <pc:docMk/>
            <pc:sldMk cId="3470833986" sldId="275"/>
            <ac:spMk id="21" creationId="{2392A447-44F3-A42F-3731-CA6596A7214A}"/>
          </ac:spMkLst>
        </pc:spChg>
        <pc:spChg chg="mod topLvl">
          <ac:chgData name="leegyubin@soongsil.ac.kr" userId="b9d40a19-df1b-458f-86df-cd2cb0ed7b78" providerId="ADAL" clId="{C2EDD66D-DBE8-4BE9-ACBD-F3D6BC7B5612}" dt="2024-05-07T09:02:21.561" v="4136" actId="1076"/>
          <ac:spMkLst>
            <pc:docMk/>
            <pc:sldMk cId="3470833986" sldId="275"/>
            <ac:spMk id="22" creationId="{867B64BD-292C-77BE-15B2-9C8DE2386C41}"/>
          </ac:spMkLst>
        </pc:spChg>
        <pc:spChg chg="mod topLvl">
          <ac:chgData name="leegyubin@soongsil.ac.kr" userId="b9d40a19-df1b-458f-86df-cd2cb0ed7b78" providerId="ADAL" clId="{C2EDD66D-DBE8-4BE9-ACBD-F3D6BC7B5612}" dt="2024-05-07T09:51:26.516" v="4513" actId="207"/>
          <ac:spMkLst>
            <pc:docMk/>
            <pc:sldMk cId="3470833986" sldId="275"/>
            <ac:spMk id="23" creationId="{40EB96DA-9201-8D0F-9688-919C115FFA71}"/>
          </ac:spMkLst>
        </pc:spChg>
        <pc:spChg chg="mod topLvl">
          <ac:chgData name="leegyubin@soongsil.ac.kr" userId="b9d40a19-df1b-458f-86df-cd2cb0ed7b78" providerId="ADAL" clId="{C2EDD66D-DBE8-4BE9-ACBD-F3D6BC7B5612}" dt="2024-05-07T09:02:21.561" v="4136" actId="1076"/>
          <ac:spMkLst>
            <pc:docMk/>
            <pc:sldMk cId="3470833986" sldId="275"/>
            <ac:spMk id="25" creationId="{6B89176B-8413-9AD3-2341-A45953067A60}"/>
          </ac:spMkLst>
        </pc:spChg>
        <pc:spChg chg="mod topLvl">
          <ac:chgData name="leegyubin@soongsil.ac.kr" userId="b9d40a19-df1b-458f-86df-cd2cb0ed7b78" providerId="ADAL" clId="{C2EDD66D-DBE8-4BE9-ACBD-F3D6BC7B5612}" dt="2024-05-07T09:51:26.516" v="4513" actId="207"/>
          <ac:spMkLst>
            <pc:docMk/>
            <pc:sldMk cId="3470833986" sldId="275"/>
            <ac:spMk id="26" creationId="{3892282A-EAA5-5D96-F813-753BFED642D0}"/>
          </ac:spMkLst>
        </pc:spChg>
        <pc:spChg chg="add del mod">
          <ac:chgData name="leegyubin@soongsil.ac.kr" userId="b9d40a19-df1b-458f-86df-cd2cb0ed7b78" providerId="ADAL" clId="{C2EDD66D-DBE8-4BE9-ACBD-F3D6BC7B5612}" dt="2024-05-07T06:02:19.514" v="2743" actId="478"/>
          <ac:spMkLst>
            <pc:docMk/>
            <pc:sldMk cId="3470833986" sldId="275"/>
            <ac:spMk id="28" creationId="{AAB2DF37-1B96-94E2-8094-7E1819E31C2F}"/>
          </ac:spMkLst>
        </pc:spChg>
        <pc:spChg chg="add mod">
          <ac:chgData name="leegyubin@soongsil.ac.kr" userId="b9d40a19-df1b-458f-86df-cd2cb0ed7b78" providerId="ADAL" clId="{C2EDD66D-DBE8-4BE9-ACBD-F3D6BC7B5612}" dt="2024-05-07T06:02:24.595" v="2746" actId="571"/>
          <ac:spMkLst>
            <pc:docMk/>
            <pc:sldMk cId="3470833986" sldId="275"/>
            <ac:spMk id="29" creationId="{724C8DD6-E864-B10C-5AFC-16D81B6C47FE}"/>
          </ac:spMkLst>
        </pc:spChg>
        <pc:spChg chg="add 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30" creationId="{7E37B585-64EA-7740-A47E-F8C75F43D5AE}"/>
          </ac:spMkLst>
        </pc:spChg>
        <pc:spChg chg="add mod topLvl">
          <ac:chgData name="leegyubin@soongsil.ac.kr" userId="b9d40a19-df1b-458f-86df-cd2cb0ed7b78" providerId="ADAL" clId="{C2EDD66D-DBE8-4BE9-ACBD-F3D6BC7B5612}" dt="2024-05-07T09:43:07.234" v="4436" actId="1038"/>
          <ac:spMkLst>
            <pc:docMk/>
            <pc:sldMk cId="3470833986" sldId="275"/>
            <ac:spMk id="31" creationId="{54101B6F-2669-3471-F06E-581581394EC2}"/>
          </ac:spMkLst>
        </pc:spChg>
        <pc:spChg chg="add del mod">
          <ac:chgData name="leegyubin@soongsil.ac.kr" userId="b9d40a19-df1b-458f-86df-cd2cb0ed7b78" providerId="ADAL" clId="{C2EDD66D-DBE8-4BE9-ACBD-F3D6BC7B5612}" dt="2024-05-07T06:10:53.998" v="2876" actId="478"/>
          <ac:spMkLst>
            <pc:docMk/>
            <pc:sldMk cId="3470833986" sldId="275"/>
            <ac:spMk id="32" creationId="{6E1BE7C5-9343-0AC4-7DAD-4E311E5DED1F}"/>
          </ac:spMkLst>
        </pc:spChg>
        <pc:spChg chg="add del mod">
          <ac:chgData name="leegyubin@soongsil.ac.kr" userId="b9d40a19-df1b-458f-86df-cd2cb0ed7b78" providerId="ADAL" clId="{C2EDD66D-DBE8-4BE9-ACBD-F3D6BC7B5612}" dt="2024-05-07T06:06:34.049" v="2805" actId="11529"/>
          <ac:spMkLst>
            <pc:docMk/>
            <pc:sldMk cId="3470833986" sldId="275"/>
            <ac:spMk id="33" creationId="{8B2ACEB2-E171-CE62-2F18-181E97200879}"/>
          </ac:spMkLst>
        </pc:spChg>
        <pc:spChg chg="add del mod ord">
          <ac:chgData name="leegyubin@soongsil.ac.kr" userId="b9d40a19-df1b-458f-86df-cd2cb0ed7b78" providerId="ADAL" clId="{C2EDD66D-DBE8-4BE9-ACBD-F3D6BC7B5612}" dt="2024-05-07T06:10:54.710" v="2877" actId="478"/>
          <ac:spMkLst>
            <pc:docMk/>
            <pc:sldMk cId="3470833986" sldId="275"/>
            <ac:spMk id="34" creationId="{ECAC89C6-7052-9F4A-0E11-C0A6E8BF3994}"/>
          </ac:spMkLst>
        </pc:spChg>
        <pc:spChg chg="add mod">
          <ac:chgData name="leegyubin@soongsil.ac.kr" userId="b9d40a19-df1b-458f-86df-cd2cb0ed7b78" providerId="ADAL" clId="{C2EDD66D-DBE8-4BE9-ACBD-F3D6BC7B5612}" dt="2024-05-07T09:42:35.623" v="4430" actId="164"/>
          <ac:spMkLst>
            <pc:docMk/>
            <pc:sldMk cId="3470833986" sldId="275"/>
            <ac:spMk id="35" creationId="{E8E52324-0494-D87A-C2E0-C807395511A4}"/>
          </ac:spMkLst>
        </pc:spChg>
        <pc:spChg chg="add del mod">
          <ac:chgData name="leegyubin@soongsil.ac.kr" userId="b9d40a19-df1b-458f-86df-cd2cb0ed7b78" providerId="ADAL" clId="{C2EDD66D-DBE8-4BE9-ACBD-F3D6BC7B5612}" dt="2024-05-07T06:10:56.734" v="2879" actId="478"/>
          <ac:spMkLst>
            <pc:docMk/>
            <pc:sldMk cId="3470833986" sldId="275"/>
            <ac:spMk id="36" creationId="{98E1FF2B-4D14-E860-1134-4F08C6946F3A}"/>
          </ac:spMkLst>
        </pc:spChg>
        <pc:spChg chg="add mod">
          <ac:chgData name="leegyubin@soongsil.ac.kr" userId="b9d40a19-df1b-458f-86df-cd2cb0ed7b78" providerId="ADAL" clId="{C2EDD66D-DBE8-4BE9-ACBD-F3D6BC7B5612}" dt="2024-05-07T09:57:51.781" v="4560" actId="207"/>
          <ac:spMkLst>
            <pc:docMk/>
            <pc:sldMk cId="3470833986" sldId="275"/>
            <ac:spMk id="37" creationId="{822D2FC9-7D3D-CEB2-32CF-EA213C0CD5DB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38" creationId="{E0A82C27-9879-BA34-561B-6A8880B3A06E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39" creationId="{33B77C17-F46A-2E71-DF42-66E6FC778400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0" creationId="{2756E14C-6E19-3389-5EBE-274EEA55E436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1" creationId="{0050E2F7-C953-E921-540E-4C08BF22224B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3" creationId="{C049CDA5-3126-531B-0EE2-D765031EC348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4" creationId="{42971702-1AB3-AC3B-88C2-CBDB910D07A7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5" creationId="{2E13D5AA-6F1A-FA82-6F8E-511DBC85133D}"/>
          </ac:spMkLst>
        </pc:spChg>
        <pc:spChg chg="add del mod">
          <ac:chgData name="leegyubin@soongsil.ac.kr" userId="b9d40a19-df1b-458f-86df-cd2cb0ed7b78" providerId="ADAL" clId="{C2EDD66D-DBE8-4BE9-ACBD-F3D6BC7B5612}" dt="2024-05-07T06:09:11.974" v="2829" actId="478"/>
          <ac:spMkLst>
            <pc:docMk/>
            <pc:sldMk cId="3470833986" sldId="275"/>
            <ac:spMk id="46" creationId="{06FC659B-C9E7-F9B3-70B1-9E3DDE447A21}"/>
          </ac:spMkLst>
        </pc:spChg>
        <pc:spChg chg="add del mod">
          <ac:chgData name="leegyubin@soongsil.ac.kr" userId="b9d40a19-df1b-458f-86df-cd2cb0ed7b78" providerId="ADAL" clId="{C2EDD66D-DBE8-4BE9-ACBD-F3D6BC7B5612}" dt="2024-05-07T06:10:56.094" v="2878" actId="478"/>
          <ac:spMkLst>
            <pc:docMk/>
            <pc:sldMk cId="3470833986" sldId="275"/>
            <ac:spMk id="47" creationId="{07B869F6-26AB-CF1C-FF46-054487CAE1C1}"/>
          </ac:spMkLst>
        </pc:spChg>
        <pc:spChg chg="add mod">
          <ac:chgData name="leegyubin@soongsil.ac.kr" userId="b9d40a19-df1b-458f-86df-cd2cb0ed7b78" providerId="ADAL" clId="{C2EDD66D-DBE8-4BE9-ACBD-F3D6BC7B5612}" dt="2024-05-07T09:42:39.278" v="4431" actId="164"/>
          <ac:spMkLst>
            <pc:docMk/>
            <pc:sldMk cId="3470833986" sldId="275"/>
            <ac:spMk id="50" creationId="{B42C8251-AEA3-8CD6-585A-C5957B819D07}"/>
          </ac:spMkLst>
        </pc:spChg>
        <pc:spChg chg="add mod">
          <ac:chgData name="leegyubin@soongsil.ac.kr" userId="b9d40a19-df1b-458f-86df-cd2cb0ed7b78" providerId="ADAL" clId="{C2EDD66D-DBE8-4BE9-ACBD-F3D6BC7B5612}" dt="2024-05-07T09:54:13.566" v="4534" actId="207"/>
          <ac:spMkLst>
            <pc:docMk/>
            <pc:sldMk cId="3470833986" sldId="275"/>
            <ac:spMk id="51" creationId="{602ABBA3-B887-CFEA-9DB8-306B1957ED0F}"/>
          </ac:spMkLst>
        </pc:spChg>
        <pc:spChg chg="add mod">
          <ac:chgData name="leegyubin@soongsil.ac.kr" userId="b9d40a19-df1b-458f-86df-cd2cb0ed7b78" providerId="ADAL" clId="{C2EDD66D-DBE8-4BE9-ACBD-F3D6BC7B5612}" dt="2024-05-07T06:17:18.930" v="2910"/>
          <ac:spMkLst>
            <pc:docMk/>
            <pc:sldMk cId="3470833986" sldId="275"/>
            <ac:spMk id="52" creationId="{F1C1512A-E02B-96D6-4123-9C37DA684D8E}"/>
          </ac:spMkLst>
        </pc:spChg>
        <pc:spChg chg="add mod">
          <ac:chgData name="leegyubin@soongsil.ac.kr" userId="b9d40a19-df1b-458f-86df-cd2cb0ed7b78" providerId="ADAL" clId="{C2EDD66D-DBE8-4BE9-ACBD-F3D6BC7B5612}" dt="2024-05-07T09:43:33.271" v="4441" actId="1076"/>
          <ac:spMkLst>
            <pc:docMk/>
            <pc:sldMk cId="3470833986" sldId="275"/>
            <ac:spMk id="53" creationId="{985E8257-F5BD-70F7-E4C2-83970FB723C4}"/>
          </ac:spMkLst>
        </pc:spChg>
        <pc:spChg chg="add mod topLvl">
          <ac:chgData name="leegyubin@soongsil.ac.kr" userId="b9d40a19-df1b-458f-86df-cd2cb0ed7b78" providerId="ADAL" clId="{C2EDD66D-DBE8-4BE9-ACBD-F3D6BC7B5612}" dt="2024-05-07T08:23:01.558" v="3538" actId="1038"/>
          <ac:spMkLst>
            <pc:docMk/>
            <pc:sldMk cId="3470833986" sldId="275"/>
            <ac:spMk id="54" creationId="{8E542AE7-D7E4-C8E7-AC57-AE6FD1F6632F}"/>
          </ac:spMkLst>
        </pc:spChg>
        <pc:spChg chg="add del mod topLvl">
          <ac:chgData name="leegyubin@soongsil.ac.kr" userId="b9d40a19-df1b-458f-86df-cd2cb0ed7b78" providerId="ADAL" clId="{C2EDD66D-DBE8-4BE9-ACBD-F3D6BC7B5612}" dt="2024-05-07T06:24:03.439" v="2987" actId="478"/>
          <ac:spMkLst>
            <pc:docMk/>
            <pc:sldMk cId="3470833986" sldId="275"/>
            <ac:spMk id="55" creationId="{ABFDFC9D-763C-1B72-7F06-8231DDEE8BAB}"/>
          </ac:spMkLst>
        </pc:spChg>
        <pc:spChg chg="add del mod">
          <ac:chgData name="leegyubin@soongsil.ac.kr" userId="b9d40a19-df1b-458f-86df-cd2cb0ed7b78" providerId="ADAL" clId="{C2EDD66D-DBE8-4BE9-ACBD-F3D6BC7B5612}" dt="2024-05-07T07:50:47.981" v="3171" actId="478"/>
          <ac:spMkLst>
            <pc:docMk/>
            <pc:sldMk cId="3470833986" sldId="275"/>
            <ac:spMk id="56" creationId="{6791731F-77D9-4D72-5248-092D2AFD5554}"/>
          </ac:spMkLst>
        </pc:spChg>
        <pc:spChg chg="add del mod">
          <ac:chgData name="leegyubin@soongsil.ac.kr" userId="b9d40a19-df1b-458f-86df-cd2cb0ed7b78" providerId="ADAL" clId="{C2EDD66D-DBE8-4BE9-ACBD-F3D6BC7B5612}" dt="2024-05-07T06:25:30.631" v="2995" actId="478"/>
          <ac:spMkLst>
            <pc:docMk/>
            <pc:sldMk cId="3470833986" sldId="275"/>
            <ac:spMk id="57" creationId="{51C40DE2-C732-C622-1753-FBE62CD3D42C}"/>
          </ac:spMkLst>
        </pc:spChg>
        <pc:spChg chg="add del mod">
          <ac:chgData name="leegyubin@soongsil.ac.kr" userId="b9d40a19-df1b-458f-86df-cd2cb0ed7b78" providerId="ADAL" clId="{C2EDD66D-DBE8-4BE9-ACBD-F3D6BC7B5612}" dt="2024-05-07T06:28:05.022" v="3067" actId="478"/>
          <ac:spMkLst>
            <pc:docMk/>
            <pc:sldMk cId="3470833986" sldId="275"/>
            <ac:spMk id="58" creationId="{609B8EFC-4537-A769-529A-0E8BE2183A9E}"/>
          </ac:spMkLst>
        </pc:spChg>
        <pc:spChg chg="add mod or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59" creationId="{0816EBB2-D5C7-93D6-4994-697B70E6A921}"/>
          </ac:spMkLst>
        </pc:spChg>
        <pc:spChg chg="add mod or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60" creationId="{0BF8073F-749F-FEE2-60B9-DAC42A406DD8}"/>
          </ac:spMkLst>
        </pc:spChg>
        <pc:spChg chg="add mod">
          <ac:chgData name="leegyubin@soongsil.ac.kr" userId="b9d40a19-df1b-458f-86df-cd2cb0ed7b78" providerId="ADAL" clId="{C2EDD66D-DBE8-4BE9-ACBD-F3D6BC7B5612}" dt="2024-05-07T09:04:26.917" v="4167" actId="554"/>
          <ac:spMkLst>
            <pc:docMk/>
            <pc:sldMk cId="3470833986" sldId="275"/>
            <ac:spMk id="61" creationId="{A819A40A-3B7A-0DD3-9592-F661525910FF}"/>
          </ac:spMkLst>
        </pc:spChg>
        <pc:spChg chg="add mod ord topLvl">
          <ac:chgData name="leegyubin@soongsil.ac.kr" userId="b9d40a19-df1b-458f-86df-cd2cb0ed7b78" providerId="ADAL" clId="{C2EDD66D-DBE8-4BE9-ACBD-F3D6BC7B5612}" dt="2024-05-07T09:44:23.375" v="4455" actId="1076"/>
          <ac:spMkLst>
            <pc:docMk/>
            <pc:sldMk cId="3470833986" sldId="275"/>
            <ac:spMk id="64" creationId="{E12B7BF4-5385-8D69-B7C1-A90BCFED523D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65" creationId="{6115FD10-DD56-997C-2CFC-54E30DED6A52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66" creationId="{9EF907D6-EEBC-E107-5424-E73C192A8DAC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67" creationId="{8D595787-020C-E965-1B6E-90458E2A5A41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69" creationId="{1D546F9F-15B1-957D-EA6C-0E78E5D4FE86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70" creationId="{9C9E5A28-E4E7-417D-F703-6ECDDCF1EB73}"/>
          </ac:spMkLst>
        </pc:spChg>
        <pc:spChg chg="add del mod">
          <ac:chgData name="leegyubin@soongsil.ac.kr" userId="b9d40a19-df1b-458f-86df-cd2cb0ed7b78" providerId="ADAL" clId="{C2EDD66D-DBE8-4BE9-ACBD-F3D6BC7B5612}" dt="2024-05-07T07:51:38.917" v="3186" actId="478"/>
          <ac:spMkLst>
            <pc:docMk/>
            <pc:sldMk cId="3470833986" sldId="275"/>
            <ac:spMk id="71" creationId="{2BD9D9EC-0C43-1FE0-682E-76583DC624C1}"/>
          </ac:spMkLst>
        </pc:spChg>
        <pc:spChg chg="add 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73" creationId="{1FA18A54-4962-AF9D-C634-0886F22685A9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74" creationId="{2C5E1B13-3E53-2FD0-A3CD-921ADB029D15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75" creationId="{B6C8E671-1DEF-5B3C-E038-873F0B2EAFCE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76" creationId="{9D37E2A0-ACA4-79C1-4A18-3D0832DA27C0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78" creationId="{3B7783A5-D72A-46F1-52D4-3E111B8E83BD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79" creationId="{1673382E-A3FE-85A9-A298-6CC4FC91611F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80" creationId="{5B88DFFE-A195-AEEA-A63F-D8EF8F761E64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81" creationId="{22C951A2-A6F4-8CB6-99CA-912F6A0B13E0}"/>
          </ac:spMkLst>
        </pc:spChg>
        <pc:spChg chg="add 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83" creationId="{62DBC752-DCCC-DD52-05B8-D3F4FAAEC84A}"/>
          </ac:spMkLst>
        </pc:spChg>
        <pc:spChg chg="add mod ord topLvl">
          <ac:chgData name="leegyubin@soongsil.ac.kr" userId="b9d40a19-df1b-458f-86df-cd2cb0ed7b78" providerId="ADAL" clId="{C2EDD66D-DBE8-4BE9-ACBD-F3D6BC7B5612}" dt="2024-05-07T09:44:23.375" v="4455" actId="1076"/>
          <ac:spMkLst>
            <pc:docMk/>
            <pc:sldMk cId="3470833986" sldId="275"/>
            <ac:spMk id="84" creationId="{DB3A9387-267A-4187-130B-6FE83C1A9E31}"/>
          </ac:spMkLst>
        </pc:spChg>
        <pc:spChg chg="add mod topLvl">
          <ac:chgData name="leegyubin@soongsil.ac.kr" userId="b9d40a19-df1b-458f-86df-cd2cb0ed7b78" providerId="ADAL" clId="{C2EDD66D-DBE8-4BE9-ACBD-F3D6BC7B5612}" dt="2024-05-07T08:33:36.511" v="3687" actId="165"/>
          <ac:spMkLst>
            <pc:docMk/>
            <pc:sldMk cId="3470833986" sldId="275"/>
            <ac:spMk id="85" creationId="{531E1F25-A66A-4D0C-E313-D93CF08462F8}"/>
          </ac:spMkLst>
        </pc:spChg>
        <pc:spChg chg="add mod topLvl">
          <ac:chgData name="leegyubin@soongsil.ac.kr" userId="b9d40a19-df1b-458f-86df-cd2cb0ed7b78" providerId="ADAL" clId="{C2EDD66D-DBE8-4BE9-ACBD-F3D6BC7B5612}" dt="2024-05-07T08:33:36.511" v="3687" actId="165"/>
          <ac:spMkLst>
            <pc:docMk/>
            <pc:sldMk cId="3470833986" sldId="275"/>
            <ac:spMk id="86" creationId="{C66944D3-C0A8-A0D2-364B-C486360FD767}"/>
          </ac:spMkLst>
        </pc:spChg>
        <pc:spChg chg="add mod topLvl">
          <ac:chgData name="leegyubin@soongsil.ac.kr" userId="b9d40a19-df1b-458f-86df-cd2cb0ed7b78" providerId="ADAL" clId="{C2EDD66D-DBE8-4BE9-ACBD-F3D6BC7B5612}" dt="2024-05-07T09:55:18.354" v="4557" actId="1037"/>
          <ac:spMkLst>
            <pc:docMk/>
            <pc:sldMk cId="3470833986" sldId="275"/>
            <ac:spMk id="88" creationId="{4D1765EE-454A-CD0A-F20B-B9C64B243E5D}"/>
          </ac:spMkLst>
        </pc:spChg>
        <pc:spChg chg="mod topLvl">
          <ac:chgData name="leegyubin@soongsil.ac.kr" userId="b9d40a19-df1b-458f-86df-cd2cb0ed7b78" providerId="ADAL" clId="{C2EDD66D-DBE8-4BE9-ACBD-F3D6BC7B5612}" dt="2024-05-07T08:23:13.910" v="3543" actId="1038"/>
          <ac:spMkLst>
            <pc:docMk/>
            <pc:sldMk cId="3470833986" sldId="275"/>
            <ac:spMk id="92" creationId="{0F0D8304-B83C-B5B2-B2FB-F7224775F935}"/>
          </ac:spMkLst>
        </pc:spChg>
        <pc:spChg chg="mod ord topLvl">
          <ac:chgData name="leegyubin@soongsil.ac.kr" userId="b9d40a19-df1b-458f-86df-cd2cb0ed7b78" providerId="ADAL" clId="{C2EDD66D-DBE8-4BE9-ACBD-F3D6BC7B5612}" dt="2024-05-07T09:44:11.991" v="4451" actId="1076"/>
          <ac:spMkLst>
            <pc:docMk/>
            <pc:sldMk cId="3470833986" sldId="275"/>
            <ac:spMk id="93" creationId="{BCA06C95-D659-382D-D820-81F604F74DC8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94" creationId="{07F7554C-17C8-5CF0-5D78-F6A305E9C2CC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95" creationId="{DB1A8529-AFFD-6160-00ED-26E479E5B3AE}"/>
          </ac:spMkLst>
        </pc:spChg>
        <pc:spChg chg="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97" creationId="{15681EA9-D82D-D179-995A-42C0CE7837D0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98" creationId="{8F2A4795-BA92-5C3B-4137-5ADCBBB7E108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99" creationId="{3290F6D7-E6A5-B3BF-A7C9-1CE112C83941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0" creationId="{A68D2D29-E381-67DF-E53A-397A3C805350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2" creationId="{06EC6696-0D9E-75EE-FB25-0EEA5A14CFEA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3" creationId="{E805C607-99A4-35CA-D3BE-7F25904792BF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4" creationId="{2F490ADC-0BE6-6DD1-7DAE-C481D41304C6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5" creationId="{492865CC-8357-9A3C-E9E3-D1AAAF2BC68F}"/>
          </ac:spMkLst>
        </pc:spChg>
        <pc:spChg chg="del mod topLvl">
          <ac:chgData name="leegyubin@soongsil.ac.kr" userId="b9d40a19-df1b-458f-86df-cd2cb0ed7b78" providerId="ADAL" clId="{C2EDD66D-DBE8-4BE9-ACBD-F3D6BC7B5612}" dt="2024-05-07T08:19:38.786" v="3473" actId="478"/>
          <ac:spMkLst>
            <pc:docMk/>
            <pc:sldMk cId="3470833986" sldId="275"/>
            <ac:spMk id="107" creationId="{C3AF96D8-1DF3-295D-E9A4-5D12A8CC33FE}"/>
          </ac:spMkLst>
        </pc:spChg>
        <pc:spChg chg="mod ord topLvl">
          <ac:chgData name="leegyubin@soongsil.ac.kr" userId="b9d40a19-df1b-458f-86df-cd2cb0ed7b78" providerId="ADAL" clId="{C2EDD66D-DBE8-4BE9-ACBD-F3D6BC7B5612}" dt="2024-05-07T09:44:11.991" v="4451" actId="1076"/>
          <ac:spMkLst>
            <pc:docMk/>
            <pc:sldMk cId="3470833986" sldId="275"/>
            <ac:spMk id="108" creationId="{4D75E13B-8704-C4E0-AA4A-E901907937B1}"/>
          </ac:spMkLst>
        </pc:spChg>
        <pc:spChg chg="mod topLvl">
          <ac:chgData name="leegyubin@soongsil.ac.kr" userId="b9d40a19-df1b-458f-86df-cd2cb0ed7b78" providerId="ADAL" clId="{C2EDD66D-DBE8-4BE9-ACBD-F3D6BC7B5612}" dt="2024-05-07T08:15:10.830" v="3439" actId="207"/>
          <ac:spMkLst>
            <pc:docMk/>
            <pc:sldMk cId="3470833986" sldId="275"/>
            <ac:spMk id="109" creationId="{E8F1FCB2-4D6B-CD5D-CDFF-87E6D6FE5A92}"/>
          </ac:spMkLst>
        </pc:spChg>
        <pc:spChg chg="mod topLvl">
          <ac:chgData name="leegyubin@soongsil.ac.kr" userId="b9d40a19-df1b-458f-86df-cd2cb0ed7b78" providerId="ADAL" clId="{C2EDD66D-DBE8-4BE9-ACBD-F3D6BC7B5612}" dt="2024-05-07T08:15:10.830" v="3439" actId="207"/>
          <ac:spMkLst>
            <pc:docMk/>
            <pc:sldMk cId="3470833986" sldId="275"/>
            <ac:spMk id="110" creationId="{1DD5D1FC-12A3-A2F5-4CC4-C6E0771AD94F}"/>
          </ac:spMkLst>
        </pc:spChg>
        <pc:spChg chg="mod topLvl">
          <ac:chgData name="leegyubin@soongsil.ac.kr" userId="b9d40a19-df1b-458f-86df-cd2cb0ed7b78" providerId="ADAL" clId="{C2EDD66D-DBE8-4BE9-ACBD-F3D6BC7B5612}" dt="2024-05-07T09:55:22.018" v="4558" actId="1037"/>
          <ac:spMkLst>
            <pc:docMk/>
            <pc:sldMk cId="3470833986" sldId="275"/>
            <ac:spMk id="112" creationId="{254A42CB-63B2-F81A-10E5-62C4CDDD4866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15" creationId="{9184F108-9647-8B44-48ED-3DD3FEBBC341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16" creationId="{7345D893-D64C-935E-A5E2-010E661EA009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17" creationId="{1861564A-A1BA-54DF-8304-FF27BA374C1D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18" creationId="{208E41EC-B200-FE7F-6377-F1927F147855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0" creationId="{6B56FED2-5945-FA85-D4D6-BD58D1436823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1" creationId="{6DB181A7-9730-2C91-BBA7-CE035959FC09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2" creationId="{88FAE539-1E30-E967-51FD-D2C1D10ABF49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3" creationId="{BF7297D9-BC7A-C38E-54DD-847897EFAFFC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5" creationId="{8F2D41A7-DF98-C633-36A4-9F43C56682CB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6" creationId="{416A251D-F288-4207-AA90-A113C6443A9E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7" creationId="{D2021DCE-23B0-9267-B96B-6F709B848EFC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28" creationId="{C5725004-2262-FF0F-B42D-7867FFBB3021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30" creationId="{EEDFEA23-60E8-33BC-A4E3-A576FCB31E37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31" creationId="{704C6D4B-6A06-9C6E-5BDD-0C2B63953105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32" creationId="{304FFCE5-2B2B-3EB2-B693-FB39B761712D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33" creationId="{0DFC442C-6C6C-F6E9-1FA0-D974C4E79112}"/>
          </ac:spMkLst>
        </pc:spChg>
        <pc:spChg chg="mod">
          <ac:chgData name="leegyubin@soongsil.ac.kr" userId="b9d40a19-df1b-458f-86df-cd2cb0ed7b78" providerId="ADAL" clId="{C2EDD66D-DBE8-4BE9-ACBD-F3D6BC7B5612}" dt="2024-05-07T07:53:52.749" v="3227" actId="571"/>
          <ac:spMkLst>
            <pc:docMk/>
            <pc:sldMk cId="3470833986" sldId="275"/>
            <ac:spMk id="135" creationId="{51B00BDE-97A3-4D29-7E91-5F643654EC4E}"/>
          </ac:spMkLst>
        </pc:spChg>
        <pc:spChg chg="add mod">
          <ac:chgData name="leegyubin@soongsil.ac.kr" userId="b9d40a19-df1b-458f-86df-cd2cb0ed7b78" providerId="ADAL" clId="{C2EDD66D-DBE8-4BE9-ACBD-F3D6BC7B5612}" dt="2024-05-07T08:22:10.510" v="3524" actId="1038"/>
          <ac:spMkLst>
            <pc:docMk/>
            <pc:sldMk cId="3470833986" sldId="275"/>
            <ac:spMk id="138" creationId="{F8282E8F-8F8F-913D-A600-15A1027DB4B7}"/>
          </ac:spMkLst>
        </pc:spChg>
        <pc:spChg chg="add mod ord">
          <ac:chgData name="leegyubin@soongsil.ac.kr" userId="b9d40a19-df1b-458f-86df-cd2cb0ed7b78" providerId="ADAL" clId="{C2EDD66D-DBE8-4BE9-ACBD-F3D6BC7B5612}" dt="2024-05-07T09:44:18.271" v="4453" actId="1076"/>
          <ac:spMkLst>
            <pc:docMk/>
            <pc:sldMk cId="3470833986" sldId="275"/>
            <ac:spMk id="139" creationId="{90DCEF47-3534-1FC2-4422-46BD786E8AB4}"/>
          </ac:spMkLst>
        </pc:spChg>
        <pc:spChg chg="add mod">
          <ac:chgData name="leegyubin@soongsil.ac.kr" userId="b9d40a19-df1b-458f-86df-cd2cb0ed7b78" providerId="ADAL" clId="{C2EDD66D-DBE8-4BE9-ACBD-F3D6BC7B5612}" dt="2024-05-07T08:15:02.251" v="3438" actId="207"/>
          <ac:spMkLst>
            <pc:docMk/>
            <pc:sldMk cId="3470833986" sldId="275"/>
            <ac:spMk id="140" creationId="{0B408CAE-4030-B140-A21E-93CA86216AF3}"/>
          </ac:spMkLst>
        </pc:spChg>
        <pc:spChg chg="add mod">
          <ac:chgData name="leegyubin@soongsil.ac.kr" userId="b9d40a19-df1b-458f-86df-cd2cb0ed7b78" providerId="ADAL" clId="{C2EDD66D-DBE8-4BE9-ACBD-F3D6BC7B5612}" dt="2024-05-07T08:30:43.870" v="3640" actId="164"/>
          <ac:spMkLst>
            <pc:docMk/>
            <pc:sldMk cId="3470833986" sldId="275"/>
            <ac:spMk id="141" creationId="{81DB1571-DF7C-36F8-22D2-48AE0B0F8423}"/>
          </ac:spMkLst>
        </pc:spChg>
        <pc:spChg chg="add mod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143" creationId="{DB48B2BA-4B74-D09A-F3B0-C178B235D903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44" creationId="{61079CC2-8EF7-4E29-DB35-11543A3A811B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45" creationId="{260DE8FB-84FD-340D-2515-92E0758A6E3E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46" creationId="{37B68DC2-104B-E0F1-272B-A5698F414C7E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48" creationId="{6DA0E6F2-23F8-2F45-B59F-2C3708DC0B9F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49" creationId="{7A920569-F122-643D-A122-7A15DF75C94B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50" creationId="{8BC391CC-0328-AC28-5686-5569A2B8C99D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51" creationId="{3112F72B-F8DF-64E0-F31C-523E44809C8C}"/>
          </ac:spMkLst>
        </pc:spChg>
        <pc:spChg chg="add del mod">
          <ac:chgData name="leegyubin@soongsil.ac.kr" userId="b9d40a19-df1b-458f-86df-cd2cb0ed7b78" providerId="ADAL" clId="{C2EDD66D-DBE8-4BE9-ACBD-F3D6BC7B5612}" dt="2024-05-07T08:20:30.874" v="3482" actId="478"/>
          <ac:spMkLst>
            <pc:docMk/>
            <pc:sldMk cId="3470833986" sldId="275"/>
            <ac:spMk id="153" creationId="{FF3C426B-9A8D-0860-C5B9-B054647E28B3}"/>
          </ac:spMkLst>
        </pc:spChg>
        <pc:spChg chg="add mod ord">
          <ac:chgData name="leegyubin@soongsil.ac.kr" userId="b9d40a19-df1b-458f-86df-cd2cb0ed7b78" providerId="ADAL" clId="{C2EDD66D-DBE8-4BE9-ACBD-F3D6BC7B5612}" dt="2024-05-07T09:44:18.271" v="4453" actId="1076"/>
          <ac:spMkLst>
            <pc:docMk/>
            <pc:sldMk cId="3470833986" sldId="275"/>
            <ac:spMk id="154" creationId="{0864DCD1-BAB2-3862-3382-EAD07F1A3A6A}"/>
          </ac:spMkLst>
        </pc:spChg>
        <pc:spChg chg="add mod">
          <ac:chgData name="leegyubin@soongsil.ac.kr" userId="b9d40a19-df1b-458f-86df-cd2cb0ed7b78" providerId="ADAL" clId="{C2EDD66D-DBE8-4BE9-ACBD-F3D6BC7B5612}" dt="2024-05-07T08:15:02.251" v="3438" actId="207"/>
          <ac:spMkLst>
            <pc:docMk/>
            <pc:sldMk cId="3470833986" sldId="275"/>
            <ac:spMk id="155" creationId="{CC8DDF12-9074-11E4-4F06-D4B4D36A851C}"/>
          </ac:spMkLst>
        </pc:spChg>
        <pc:spChg chg="add mod">
          <ac:chgData name="leegyubin@soongsil.ac.kr" userId="b9d40a19-df1b-458f-86df-cd2cb0ed7b78" providerId="ADAL" clId="{C2EDD66D-DBE8-4BE9-ACBD-F3D6BC7B5612}" dt="2024-05-07T08:15:02.251" v="3438" actId="207"/>
          <ac:spMkLst>
            <pc:docMk/>
            <pc:sldMk cId="3470833986" sldId="275"/>
            <ac:spMk id="156" creationId="{F15224C4-32DB-3F88-D013-1DFB7D2C6F29}"/>
          </ac:spMkLst>
        </pc:spChg>
        <pc:spChg chg="add mod">
          <ac:chgData name="leegyubin@soongsil.ac.kr" userId="b9d40a19-df1b-458f-86df-cd2cb0ed7b78" providerId="ADAL" clId="{C2EDD66D-DBE8-4BE9-ACBD-F3D6BC7B5612}" dt="2024-05-07T09:55:34.666" v="4559" actId="1035"/>
          <ac:spMkLst>
            <pc:docMk/>
            <pc:sldMk cId="3470833986" sldId="275"/>
            <ac:spMk id="158" creationId="{1A6889C5-2B07-2814-8A42-EC3EF4E417A0}"/>
          </ac:spMkLst>
        </pc:spChg>
        <pc:spChg chg="add del mod">
          <ac:chgData name="leegyubin@soongsil.ac.kr" userId="b9d40a19-df1b-458f-86df-cd2cb0ed7b78" providerId="ADAL" clId="{C2EDD66D-DBE8-4BE9-ACBD-F3D6BC7B5612}" dt="2024-05-07T08:03:22.324" v="3326" actId="478"/>
          <ac:spMkLst>
            <pc:docMk/>
            <pc:sldMk cId="3470833986" sldId="275"/>
            <ac:spMk id="160" creationId="{ABA6ECE7-2CCA-73AD-9C9E-78CFFF4ECC25}"/>
          </ac:spMkLst>
        </pc:spChg>
        <pc:spChg chg="add del mod">
          <ac:chgData name="leegyubin@soongsil.ac.kr" userId="b9d40a19-df1b-458f-86df-cd2cb0ed7b78" providerId="ADAL" clId="{C2EDD66D-DBE8-4BE9-ACBD-F3D6BC7B5612}" dt="2024-05-07T08:10:33.035" v="3408" actId="478"/>
          <ac:spMkLst>
            <pc:docMk/>
            <pc:sldMk cId="3470833986" sldId="275"/>
            <ac:spMk id="163" creationId="{8AAA2B57-AB73-060D-ECD6-FE7876C319AF}"/>
          </ac:spMkLst>
        </pc:spChg>
        <pc:spChg chg="add del mod">
          <ac:chgData name="leegyubin@soongsil.ac.kr" userId="b9d40a19-df1b-458f-86df-cd2cb0ed7b78" providerId="ADAL" clId="{C2EDD66D-DBE8-4BE9-ACBD-F3D6BC7B5612}" dt="2024-05-07T08:10:32.795" v="3407" actId="478"/>
          <ac:spMkLst>
            <pc:docMk/>
            <pc:sldMk cId="3470833986" sldId="275"/>
            <ac:spMk id="164" creationId="{E27ACF13-1D62-D77D-FD21-0140A5912AF6}"/>
          </ac:spMkLst>
        </pc:spChg>
        <pc:spChg chg="add del mod">
          <ac:chgData name="leegyubin@soongsil.ac.kr" userId="b9d40a19-df1b-458f-86df-cd2cb0ed7b78" providerId="ADAL" clId="{C2EDD66D-DBE8-4BE9-ACBD-F3D6BC7B5612}" dt="2024-05-07T08:11:05.202" v="3416" actId="478"/>
          <ac:spMkLst>
            <pc:docMk/>
            <pc:sldMk cId="3470833986" sldId="275"/>
            <ac:spMk id="165" creationId="{6B5BB6DF-66D0-B5D7-7F02-0A526BE100E4}"/>
          </ac:spMkLst>
        </pc:spChg>
        <pc:spChg chg="add del mod">
          <ac:chgData name="leegyubin@soongsil.ac.kr" userId="b9d40a19-df1b-458f-86df-cd2cb0ed7b78" providerId="ADAL" clId="{C2EDD66D-DBE8-4BE9-ACBD-F3D6BC7B5612}" dt="2024-05-07T08:11:06.675" v="3417" actId="478"/>
          <ac:spMkLst>
            <pc:docMk/>
            <pc:sldMk cId="3470833986" sldId="275"/>
            <ac:spMk id="166" creationId="{3D5E55A6-04D2-84EC-00A1-E9B30D2A0877}"/>
          </ac:spMkLst>
        </pc:spChg>
        <pc:spChg chg="add del mod">
          <ac:chgData name="leegyubin@soongsil.ac.kr" userId="b9d40a19-df1b-458f-86df-cd2cb0ed7b78" providerId="ADAL" clId="{C2EDD66D-DBE8-4BE9-ACBD-F3D6BC7B5612}" dt="2024-05-07T08:19:31.394" v="3472" actId="478"/>
          <ac:spMkLst>
            <pc:docMk/>
            <pc:sldMk cId="3470833986" sldId="275"/>
            <ac:spMk id="179" creationId="{EB060473-F6BC-16D3-B11C-C599DB77DFD2}"/>
          </ac:spMkLst>
        </pc:spChg>
        <pc:spChg chg="mod ord topLvl">
          <ac:chgData name="leegyubin@soongsil.ac.kr" userId="b9d40a19-df1b-458f-86df-cd2cb0ed7b78" providerId="ADAL" clId="{C2EDD66D-DBE8-4BE9-ACBD-F3D6BC7B5612}" dt="2024-05-07T09:44:23.375" v="4455" actId="1076"/>
          <ac:spMkLst>
            <pc:docMk/>
            <pc:sldMk cId="3470833986" sldId="275"/>
            <ac:spMk id="182" creationId="{0F3EA05F-58D9-D54D-C3FE-7EA866D4826C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83" creationId="{9B798B63-C3EA-37E2-AD67-A7F7389F9CC6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84" creationId="{664D507F-288E-4979-1372-D7CE74A289CF}"/>
          </ac:spMkLst>
        </pc:spChg>
        <pc:spChg chg="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186" creationId="{E258498A-F72E-7BC0-F991-07225D166DD2}"/>
          </ac:spMkLst>
        </pc:spChg>
        <pc:spChg chg="mod ord topLvl">
          <ac:chgData name="leegyubin@soongsil.ac.kr" userId="b9d40a19-df1b-458f-86df-cd2cb0ed7b78" providerId="ADAL" clId="{C2EDD66D-DBE8-4BE9-ACBD-F3D6BC7B5612}" dt="2024-05-07T09:44:11.991" v="4451" actId="1076"/>
          <ac:spMkLst>
            <pc:docMk/>
            <pc:sldMk cId="3470833986" sldId="275"/>
            <ac:spMk id="187" creationId="{AD8C4381-1C37-B585-6AF4-4B4A8BFB4542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88" creationId="{B0CE3D94-AA21-3A34-8ED9-A9A5BE02444E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89" creationId="{172A9567-B3E8-DA1E-9F84-F8F3500E2575}"/>
          </ac:spMkLst>
        </pc:spChg>
        <pc:spChg chg="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191" creationId="{94DF2663-CA99-0EAB-2630-DB92D4F47D24}"/>
          </ac:spMkLst>
        </pc:spChg>
        <pc:spChg chg="mod ord topLvl">
          <ac:chgData name="leegyubin@soongsil.ac.kr" userId="b9d40a19-df1b-458f-86df-cd2cb0ed7b78" providerId="ADAL" clId="{C2EDD66D-DBE8-4BE9-ACBD-F3D6BC7B5612}" dt="2024-05-07T09:44:23.375" v="4455" actId="1076"/>
          <ac:spMkLst>
            <pc:docMk/>
            <pc:sldMk cId="3470833986" sldId="275"/>
            <ac:spMk id="193" creationId="{6CCF243F-1B6D-459C-AF10-66D248179857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94" creationId="{3A711B6F-3E56-28DD-0929-D75D25AF7328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95" creationId="{2B20E9E2-712B-B167-2471-7261072A3BE8}"/>
          </ac:spMkLst>
        </pc:spChg>
        <pc:spChg chg="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197" creationId="{50B2A717-1D67-AFC9-CCAE-4CFC697844C2}"/>
          </ac:spMkLst>
        </pc:spChg>
        <pc:spChg chg="mod ord topLvl">
          <ac:chgData name="leegyubin@soongsil.ac.kr" userId="b9d40a19-df1b-458f-86df-cd2cb0ed7b78" providerId="ADAL" clId="{C2EDD66D-DBE8-4BE9-ACBD-F3D6BC7B5612}" dt="2024-05-07T09:44:11.991" v="4451" actId="1076"/>
          <ac:spMkLst>
            <pc:docMk/>
            <pc:sldMk cId="3470833986" sldId="275"/>
            <ac:spMk id="198" creationId="{AF105923-A9CB-A460-73BA-D6626604FCD9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199" creationId="{C6E91C30-63A3-75DB-5F34-796608593BDE}"/>
          </ac:spMkLst>
        </pc:spChg>
        <pc:spChg chg="mod topLvl">
          <ac:chgData name="leegyubin@soongsil.ac.kr" userId="b9d40a19-df1b-458f-86df-cd2cb0ed7b78" providerId="ADAL" clId="{C2EDD66D-DBE8-4BE9-ACBD-F3D6BC7B5612}" dt="2024-05-07T08:24:14.592" v="3563" actId="165"/>
          <ac:spMkLst>
            <pc:docMk/>
            <pc:sldMk cId="3470833986" sldId="275"/>
            <ac:spMk id="200" creationId="{1F5F052C-A8B6-0C67-C7E0-BF291305CD9D}"/>
          </ac:spMkLst>
        </pc:spChg>
        <pc:spChg chg="mod topLvl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202" creationId="{6435FE5F-F78E-0979-849D-AEC788BD8107}"/>
          </ac:spMkLst>
        </pc:spChg>
        <pc:spChg chg="add mod ord">
          <ac:chgData name="leegyubin@soongsil.ac.kr" userId="b9d40a19-df1b-458f-86df-cd2cb0ed7b78" providerId="ADAL" clId="{C2EDD66D-DBE8-4BE9-ACBD-F3D6BC7B5612}" dt="2024-05-07T09:44:18.271" v="4453" actId="1076"/>
          <ac:spMkLst>
            <pc:docMk/>
            <pc:sldMk cId="3470833986" sldId="275"/>
            <ac:spMk id="208" creationId="{7397C054-5F7F-0A4C-57CF-1168101CC42C}"/>
          </ac:spMkLst>
        </pc:spChg>
        <pc:spChg chg="add mod">
          <ac:chgData name="leegyubin@soongsil.ac.kr" userId="b9d40a19-df1b-458f-86df-cd2cb0ed7b78" providerId="ADAL" clId="{C2EDD66D-DBE8-4BE9-ACBD-F3D6BC7B5612}" dt="2024-05-07T08:20:38.618" v="3483" actId="571"/>
          <ac:spMkLst>
            <pc:docMk/>
            <pc:sldMk cId="3470833986" sldId="275"/>
            <ac:spMk id="209" creationId="{FAE277E3-9E17-2D10-2E06-A1C43CEA335A}"/>
          </ac:spMkLst>
        </pc:spChg>
        <pc:spChg chg="add mod">
          <ac:chgData name="leegyubin@soongsil.ac.kr" userId="b9d40a19-df1b-458f-86df-cd2cb0ed7b78" providerId="ADAL" clId="{C2EDD66D-DBE8-4BE9-ACBD-F3D6BC7B5612}" dt="2024-05-07T08:20:38.618" v="3483" actId="571"/>
          <ac:spMkLst>
            <pc:docMk/>
            <pc:sldMk cId="3470833986" sldId="275"/>
            <ac:spMk id="210" creationId="{23D8E597-BC08-1415-64B4-95FE8540C508}"/>
          </ac:spMkLst>
        </pc:spChg>
        <pc:spChg chg="add mod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212" creationId="{44392D70-E39D-EBA7-4253-7DDDC259FD7A}"/>
          </ac:spMkLst>
        </pc:spChg>
        <pc:spChg chg="add mod ord">
          <ac:chgData name="leegyubin@soongsil.ac.kr" userId="b9d40a19-df1b-458f-86df-cd2cb0ed7b78" providerId="ADAL" clId="{C2EDD66D-DBE8-4BE9-ACBD-F3D6BC7B5612}" dt="2024-05-07T09:44:18.271" v="4453" actId="1076"/>
          <ac:spMkLst>
            <pc:docMk/>
            <pc:sldMk cId="3470833986" sldId="275"/>
            <ac:spMk id="213" creationId="{F6616E8C-06FA-01F9-61D2-30ADC0B2D17A}"/>
          </ac:spMkLst>
        </pc:spChg>
        <pc:spChg chg="add mod">
          <ac:chgData name="leegyubin@soongsil.ac.kr" userId="b9d40a19-df1b-458f-86df-cd2cb0ed7b78" providerId="ADAL" clId="{C2EDD66D-DBE8-4BE9-ACBD-F3D6BC7B5612}" dt="2024-05-07T08:20:42.883" v="3484" actId="571"/>
          <ac:spMkLst>
            <pc:docMk/>
            <pc:sldMk cId="3470833986" sldId="275"/>
            <ac:spMk id="214" creationId="{8B94D667-FA91-127A-4731-9AC4223EA95D}"/>
          </ac:spMkLst>
        </pc:spChg>
        <pc:spChg chg="add mod">
          <ac:chgData name="leegyubin@soongsil.ac.kr" userId="b9d40a19-df1b-458f-86df-cd2cb0ed7b78" providerId="ADAL" clId="{C2EDD66D-DBE8-4BE9-ACBD-F3D6BC7B5612}" dt="2024-05-07T08:20:42.883" v="3484" actId="571"/>
          <ac:spMkLst>
            <pc:docMk/>
            <pc:sldMk cId="3470833986" sldId="275"/>
            <ac:spMk id="215" creationId="{64D8ABB7-A961-6271-737A-CB8B6085D87C}"/>
          </ac:spMkLst>
        </pc:spChg>
        <pc:spChg chg="add mod">
          <ac:chgData name="leegyubin@soongsil.ac.kr" userId="b9d40a19-df1b-458f-86df-cd2cb0ed7b78" providerId="ADAL" clId="{C2EDD66D-DBE8-4BE9-ACBD-F3D6BC7B5612}" dt="2024-05-07T08:55:12.033" v="4111" actId="255"/>
          <ac:spMkLst>
            <pc:docMk/>
            <pc:sldMk cId="3470833986" sldId="275"/>
            <ac:spMk id="217" creationId="{2B5F53DC-7C49-E03A-AA16-D1EF8F9BEECA}"/>
          </ac:spMkLst>
        </pc:spChg>
        <pc:spChg chg="add del">
          <ac:chgData name="leegyubin@soongsil.ac.kr" userId="b9d40a19-df1b-458f-86df-cd2cb0ed7b78" providerId="ADAL" clId="{C2EDD66D-DBE8-4BE9-ACBD-F3D6BC7B5612}" dt="2024-05-07T08:22:17.233" v="3525" actId="478"/>
          <ac:spMkLst>
            <pc:docMk/>
            <pc:sldMk cId="3470833986" sldId="275"/>
            <ac:spMk id="219" creationId="{7620248F-D60B-E610-7033-2D5D87BE52D5}"/>
          </ac:spMkLst>
        </pc:spChg>
        <pc:spChg chg="add del mod">
          <ac:chgData name="leegyubin@soongsil.ac.kr" userId="b9d40a19-df1b-458f-86df-cd2cb0ed7b78" providerId="ADAL" clId="{C2EDD66D-DBE8-4BE9-ACBD-F3D6BC7B5612}" dt="2024-05-07T08:22:24.418" v="3528" actId="478"/>
          <ac:spMkLst>
            <pc:docMk/>
            <pc:sldMk cId="3470833986" sldId="275"/>
            <ac:spMk id="220" creationId="{03E9E7FC-6A1C-FC54-F4AD-48017E687BB6}"/>
          </ac:spMkLst>
        </pc:spChg>
        <pc:spChg chg="add del mod">
          <ac:chgData name="leegyubin@soongsil.ac.kr" userId="b9d40a19-df1b-458f-86df-cd2cb0ed7b78" providerId="ADAL" clId="{C2EDD66D-DBE8-4BE9-ACBD-F3D6BC7B5612}" dt="2024-05-07T08:22:24.146" v="3527" actId="478"/>
          <ac:spMkLst>
            <pc:docMk/>
            <pc:sldMk cId="3470833986" sldId="275"/>
            <ac:spMk id="221" creationId="{7C994812-BF2C-9A67-D73D-2528F269B7A3}"/>
          </ac:spMkLst>
        </pc:spChg>
        <pc:spChg chg="add mod">
          <ac:chgData name="leegyubin@soongsil.ac.kr" userId="b9d40a19-df1b-458f-86df-cd2cb0ed7b78" providerId="ADAL" clId="{C2EDD66D-DBE8-4BE9-ACBD-F3D6BC7B5612}" dt="2024-05-07T08:22:34.862" v="3530" actId="571"/>
          <ac:spMkLst>
            <pc:docMk/>
            <pc:sldMk cId="3470833986" sldId="275"/>
            <ac:spMk id="222" creationId="{76B8BC2C-FBED-DD51-1F5C-A7BAA4C8B9F7}"/>
          </ac:spMkLst>
        </pc:spChg>
        <pc:spChg chg="add del mod">
          <ac:chgData name="leegyubin@soongsil.ac.kr" userId="b9d40a19-df1b-458f-86df-cd2cb0ed7b78" providerId="ADAL" clId="{C2EDD66D-DBE8-4BE9-ACBD-F3D6BC7B5612}" dt="2024-05-07T08:23:10.153" v="3541" actId="478"/>
          <ac:spMkLst>
            <pc:docMk/>
            <pc:sldMk cId="3470833986" sldId="275"/>
            <ac:spMk id="223" creationId="{C99100ED-CA9F-7D2C-78B4-56DE5F50448D}"/>
          </ac:spMkLst>
        </pc:spChg>
        <pc:spChg chg="add del mod">
          <ac:chgData name="leegyubin@soongsil.ac.kr" userId="b9d40a19-df1b-458f-86df-cd2cb0ed7b78" providerId="ADAL" clId="{C2EDD66D-DBE8-4BE9-ACBD-F3D6BC7B5612}" dt="2024-05-07T08:23:10.745" v="3542" actId="478"/>
          <ac:spMkLst>
            <pc:docMk/>
            <pc:sldMk cId="3470833986" sldId="275"/>
            <ac:spMk id="224" creationId="{CD04F6EC-8AF1-A232-1726-7933838F7E1B}"/>
          </ac:spMkLst>
        </pc:spChg>
        <pc:spChg chg="add del mod">
          <ac:chgData name="leegyubin@soongsil.ac.kr" userId="b9d40a19-df1b-458f-86df-cd2cb0ed7b78" providerId="ADAL" clId="{C2EDD66D-DBE8-4BE9-ACBD-F3D6BC7B5612}" dt="2024-05-07T09:04:19.791" v="4166" actId="478"/>
          <ac:spMkLst>
            <pc:docMk/>
            <pc:sldMk cId="3470833986" sldId="275"/>
            <ac:spMk id="516" creationId="{028B8BF8-D78D-B98F-FC1C-818823F2095B}"/>
          </ac:spMkLst>
        </pc:spChg>
        <pc:spChg chg="add del mod">
          <ac:chgData name="leegyubin@soongsil.ac.kr" userId="b9d40a19-df1b-458f-86df-cd2cb0ed7b78" providerId="ADAL" clId="{C2EDD66D-DBE8-4BE9-ACBD-F3D6BC7B5612}" dt="2024-05-07T09:04:17.463" v="4165" actId="478"/>
          <ac:spMkLst>
            <pc:docMk/>
            <pc:sldMk cId="3470833986" sldId="275"/>
            <ac:spMk id="517" creationId="{991F9837-BDC1-3C22-D2E9-F94846F1C923}"/>
          </ac:spMkLst>
        </pc:spChg>
        <pc:grpChg chg="add del mod">
          <ac:chgData name="leegyubin@soongsil.ac.kr" userId="b9d40a19-df1b-458f-86df-cd2cb0ed7b78" providerId="ADAL" clId="{C2EDD66D-DBE8-4BE9-ACBD-F3D6BC7B5612}" dt="2024-05-07T05:46:22.575" v="2561" actId="165"/>
          <ac:grpSpMkLst>
            <pc:docMk/>
            <pc:sldMk cId="3470833986" sldId="275"/>
            <ac:grpSpMk id="5" creationId="{5C421553-C3F7-387A-F761-118625105144}"/>
          </ac:grpSpMkLst>
        </pc:grpChg>
        <pc:grpChg chg="add del mod">
          <ac:chgData name="leegyubin@soongsil.ac.kr" userId="b9d40a19-df1b-458f-86df-cd2cb0ed7b78" providerId="ADAL" clId="{C2EDD66D-DBE8-4BE9-ACBD-F3D6BC7B5612}" dt="2024-05-07T05:46:22.575" v="2561" actId="165"/>
          <ac:grpSpMkLst>
            <pc:docMk/>
            <pc:sldMk cId="3470833986" sldId="275"/>
            <ac:grpSpMk id="17" creationId="{570D8268-2BE2-E367-5078-DE452BCEE953}"/>
          </ac:grpSpMkLst>
        </pc:grpChg>
        <pc:grpChg chg="add del mod">
          <ac:chgData name="leegyubin@soongsil.ac.kr" userId="b9d40a19-df1b-458f-86df-cd2cb0ed7b78" providerId="ADAL" clId="{C2EDD66D-DBE8-4BE9-ACBD-F3D6BC7B5612}" dt="2024-05-07T05:52:29.364" v="2589" actId="165"/>
          <ac:grpSpMkLst>
            <pc:docMk/>
            <pc:sldMk cId="3470833986" sldId="275"/>
            <ac:grpSpMk id="27" creationId="{1C73ED64-1876-F2E9-78AF-8552049F0EB3}"/>
          </ac:grpSpMkLst>
        </pc:grpChg>
        <pc:grpChg chg="add del mod">
          <ac:chgData name="leegyubin@soongsil.ac.kr" userId="b9d40a19-df1b-458f-86df-cd2cb0ed7b78" providerId="ADAL" clId="{C2EDD66D-DBE8-4BE9-ACBD-F3D6BC7B5612}" dt="2024-05-07T08:32:50.839" v="3679" actId="165"/>
          <ac:grpSpMkLst>
            <pc:docMk/>
            <pc:sldMk cId="3470833986" sldId="275"/>
            <ac:grpSpMk id="48" creationId="{4D85F6F9-6F9C-A53B-4F65-F1EC3DECC42C}"/>
          </ac:grpSpMkLst>
        </pc:grpChg>
        <pc:grpChg chg="add del mod">
          <ac:chgData name="leegyubin@soongsil.ac.kr" userId="b9d40a19-df1b-458f-86df-cd2cb0ed7b78" providerId="ADAL" clId="{C2EDD66D-DBE8-4BE9-ACBD-F3D6BC7B5612}" dt="2024-05-07T06:23:53.860" v="2986" actId="165"/>
          <ac:grpSpMkLst>
            <pc:docMk/>
            <pc:sldMk cId="3470833986" sldId="275"/>
            <ac:grpSpMk id="49" creationId="{70BE91B5-2EED-1919-9B82-A0330B9F71D5}"/>
          </ac:grpSpMkLst>
        </pc:grpChg>
        <pc:grpChg chg="add del mod">
          <ac:chgData name="leegyubin@soongsil.ac.kr" userId="b9d40a19-df1b-458f-86df-cd2cb0ed7b78" providerId="ADAL" clId="{C2EDD66D-DBE8-4BE9-ACBD-F3D6BC7B5612}" dt="2024-05-07T07:57:57.940" v="3242" actId="165"/>
          <ac:grpSpMkLst>
            <pc:docMk/>
            <pc:sldMk cId="3470833986" sldId="275"/>
            <ac:grpSpMk id="90" creationId="{6289D26A-DA5B-F97D-AD79-A831B464F47F}"/>
          </ac:grpSpMkLst>
        </pc:grpChg>
        <pc:grpChg chg="add del mod">
          <ac:chgData name="leegyubin@soongsil.ac.kr" userId="b9d40a19-df1b-458f-86df-cd2cb0ed7b78" providerId="ADAL" clId="{C2EDD66D-DBE8-4BE9-ACBD-F3D6BC7B5612}" dt="2024-05-07T07:57:57.940" v="3242" actId="165"/>
          <ac:grpSpMkLst>
            <pc:docMk/>
            <pc:sldMk cId="3470833986" sldId="275"/>
            <ac:grpSpMk id="91" creationId="{51E613F4-57A7-0757-B895-69F3700F8FEA}"/>
          </ac:grpSpMkLst>
        </pc:grpChg>
        <pc:grpChg chg="add del mod">
          <ac:chgData name="leegyubin@soongsil.ac.kr" userId="b9d40a19-df1b-458f-86df-cd2cb0ed7b78" providerId="ADAL" clId="{C2EDD66D-DBE8-4BE9-ACBD-F3D6BC7B5612}" dt="2024-05-07T07:59:35.820" v="3267" actId="478"/>
          <ac:grpSpMkLst>
            <pc:docMk/>
            <pc:sldMk cId="3470833986" sldId="275"/>
            <ac:grpSpMk id="114" creationId="{36752BD9-19A8-3255-776A-CB1655AC0E0F}"/>
          </ac:grpSpMkLst>
        </pc:grpChg>
        <pc:grpChg chg="add mod">
          <ac:chgData name="leegyubin@soongsil.ac.kr" userId="b9d40a19-df1b-458f-86df-cd2cb0ed7b78" providerId="ADAL" clId="{C2EDD66D-DBE8-4BE9-ACBD-F3D6BC7B5612}" dt="2024-05-07T08:02:40.883" v="3319" actId="164"/>
          <ac:grpSpMkLst>
            <pc:docMk/>
            <pc:sldMk cId="3470833986" sldId="275"/>
            <ac:grpSpMk id="161" creationId="{4E423A3F-2F61-C922-731A-832D7F880ECC}"/>
          </ac:grpSpMkLst>
        </pc:grpChg>
        <pc:grpChg chg="add del mod">
          <ac:chgData name="leegyubin@soongsil.ac.kr" userId="b9d40a19-df1b-458f-86df-cd2cb0ed7b78" providerId="ADAL" clId="{C2EDD66D-DBE8-4BE9-ACBD-F3D6BC7B5612}" dt="2024-05-07T08:13:32.497" v="3432" actId="165"/>
          <ac:grpSpMkLst>
            <pc:docMk/>
            <pc:sldMk cId="3470833986" sldId="275"/>
            <ac:grpSpMk id="162" creationId="{3662492F-E0D4-F9FB-F522-E765F4411D98}"/>
          </ac:grpSpMkLst>
        </pc:grpChg>
        <pc:grpChg chg="add del mod">
          <ac:chgData name="leegyubin@soongsil.ac.kr" userId="b9d40a19-df1b-458f-86df-cd2cb0ed7b78" providerId="ADAL" clId="{C2EDD66D-DBE8-4BE9-ACBD-F3D6BC7B5612}" dt="2024-05-07T08:24:14.592" v="3563" actId="165"/>
          <ac:grpSpMkLst>
            <pc:docMk/>
            <pc:sldMk cId="3470833986" sldId="275"/>
            <ac:grpSpMk id="180" creationId="{0AB9D301-C922-33DC-696D-BCC6C9D27511}"/>
          </ac:grpSpMkLst>
        </pc:grpChg>
        <pc:grpChg chg="add del mod">
          <ac:chgData name="leegyubin@soongsil.ac.kr" userId="b9d40a19-df1b-458f-86df-cd2cb0ed7b78" providerId="ADAL" clId="{C2EDD66D-DBE8-4BE9-ACBD-F3D6BC7B5612}" dt="2024-05-07T08:24:14.592" v="3563" actId="165"/>
          <ac:grpSpMkLst>
            <pc:docMk/>
            <pc:sldMk cId="3470833986" sldId="275"/>
            <ac:grpSpMk id="181" creationId="{5C551161-875D-8219-FE00-795A1CC820C3}"/>
          </ac:grpSpMkLst>
        </pc:grpChg>
        <pc:grpChg chg="add del mod">
          <ac:chgData name="leegyubin@soongsil.ac.kr" userId="b9d40a19-df1b-458f-86df-cd2cb0ed7b78" providerId="ADAL" clId="{C2EDD66D-DBE8-4BE9-ACBD-F3D6BC7B5612}" dt="2024-05-07T08:24:14.592" v="3563" actId="165"/>
          <ac:grpSpMkLst>
            <pc:docMk/>
            <pc:sldMk cId="3470833986" sldId="275"/>
            <ac:grpSpMk id="192" creationId="{4657E4D0-08E4-EA4B-6FED-55923FC18A1C}"/>
          </ac:grpSpMkLst>
        </pc:grpChg>
        <pc:grpChg chg="add del mod">
          <ac:chgData name="leegyubin@soongsil.ac.kr" userId="b9d40a19-df1b-458f-86df-cd2cb0ed7b78" providerId="ADAL" clId="{C2EDD66D-DBE8-4BE9-ACBD-F3D6BC7B5612}" dt="2024-05-07T08:33:36.511" v="3687" actId="165"/>
          <ac:grpSpMkLst>
            <pc:docMk/>
            <pc:sldMk cId="3470833986" sldId="275"/>
            <ac:grpSpMk id="242" creationId="{31D62BB8-13F4-8BE5-7830-D995B490D13B}"/>
          </ac:grpSpMkLst>
        </pc:grpChg>
        <pc:grpChg chg="add mod">
          <ac:chgData name="leegyubin@soongsil.ac.kr" userId="b9d40a19-df1b-458f-86df-cd2cb0ed7b78" providerId="ADAL" clId="{C2EDD66D-DBE8-4BE9-ACBD-F3D6BC7B5612}" dt="2024-05-07T08:30:43.870" v="3640" actId="164"/>
          <ac:grpSpMkLst>
            <pc:docMk/>
            <pc:sldMk cId="3470833986" sldId="275"/>
            <ac:grpSpMk id="304" creationId="{E40F1041-B824-F91C-A8E4-B0B5C155CAEE}"/>
          </ac:grpSpMkLst>
        </pc:grpChg>
        <pc:grpChg chg="add mod">
          <ac:chgData name="leegyubin@soongsil.ac.kr" userId="b9d40a19-df1b-458f-86df-cd2cb0ed7b78" providerId="ADAL" clId="{C2EDD66D-DBE8-4BE9-ACBD-F3D6BC7B5612}" dt="2024-05-07T09:51:26.516" v="4513" actId="207"/>
          <ac:grpSpMkLst>
            <pc:docMk/>
            <pc:sldMk cId="3470833986" sldId="275"/>
            <ac:grpSpMk id="550" creationId="{5CBD7BDF-5343-0387-3940-D882A53E8081}"/>
          </ac:grpSpMkLst>
        </pc:grpChg>
        <pc:grpChg chg="add mod">
          <ac:chgData name="leegyubin@soongsil.ac.kr" userId="b9d40a19-df1b-458f-86df-cd2cb0ed7b78" providerId="ADAL" clId="{C2EDD66D-DBE8-4BE9-ACBD-F3D6BC7B5612}" dt="2024-05-07T09:43:07.234" v="4436" actId="1038"/>
          <ac:grpSpMkLst>
            <pc:docMk/>
            <pc:sldMk cId="3470833986" sldId="275"/>
            <ac:grpSpMk id="551" creationId="{D28816A2-6454-D3F8-E9AA-F633547D3BAE}"/>
          </ac:grpSpMkLst>
        </pc:grpChg>
        <pc:picChg chg="mod topLvl">
          <ac:chgData name="leegyubin@soongsil.ac.kr" userId="b9d40a19-df1b-458f-86df-cd2cb0ed7b78" providerId="ADAL" clId="{C2EDD66D-DBE8-4BE9-ACBD-F3D6BC7B5612}" dt="2024-05-07T09:43:07.234" v="4436" actId="1038"/>
          <ac:picMkLst>
            <pc:docMk/>
            <pc:sldMk cId="3470833986" sldId="275"/>
            <ac:picMk id="12" creationId="{4038858D-0C3F-4CBE-9A83-2323F9666CD0}"/>
          </ac:picMkLst>
        </pc:picChg>
        <pc:picChg chg="mod topLvl">
          <ac:chgData name="leegyubin@soongsil.ac.kr" userId="b9d40a19-df1b-458f-86df-cd2cb0ed7b78" providerId="ADAL" clId="{C2EDD66D-DBE8-4BE9-ACBD-F3D6BC7B5612}" dt="2024-05-07T09:49:20.372" v="4509" actId="207"/>
          <ac:picMkLst>
            <pc:docMk/>
            <pc:sldMk cId="3470833986" sldId="275"/>
            <ac:picMk id="24" creationId="{C6A363BD-5832-423F-3871-2C9F0DA32CBD}"/>
          </ac:picMkLst>
        </pc:picChg>
        <pc:picChg chg="add del mod">
          <ac:chgData name="leegyubin@soongsil.ac.kr" userId="b9d40a19-df1b-458f-86df-cd2cb0ed7b78" providerId="ADAL" clId="{C2EDD66D-DBE8-4BE9-ACBD-F3D6BC7B5612}" dt="2024-05-07T06:09:11.974" v="2829" actId="478"/>
          <ac:picMkLst>
            <pc:docMk/>
            <pc:sldMk cId="3470833986" sldId="275"/>
            <ac:picMk id="42" creationId="{3225D345-7B4D-EEA3-EBFD-4B64AA0470AB}"/>
          </ac:picMkLst>
        </pc:picChg>
        <pc:picChg chg="add mod topLvl">
          <ac:chgData name="leegyubin@soongsil.ac.kr" userId="b9d40a19-df1b-458f-86df-cd2cb0ed7b78" providerId="ADAL" clId="{C2EDD66D-DBE8-4BE9-ACBD-F3D6BC7B5612}" dt="2024-05-07T09:46:13.787" v="4469" actId="1037"/>
          <ac:picMkLst>
            <pc:docMk/>
            <pc:sldMk cId="3470833986" sldId="275"/>
            <ac:picMk id="89" creationId="{4A608605-CA60-708E-03A6-670BCF13E086}"/>
          </ac:picMkLst>
        </pc:picChg>
        <pc:picChg chg="mod topLvl">
          <ac:chgData name="leegyubin@soongsil.ac.kr" userId="b9d40a19-df1b-458f-86df-cd2cb0ed7b78" providerId="ADAL" clId="{C2EDD66D-DBE8-4BE9-ACBD-F3D6BC7B5612}" dt="2024-05-07T09:46:11.843" v="4468" actId="1037"/>
          <ac:picMkLst>
            <pc:docMk/>
            <pc:sldMk cId="3470833986" sldId="275"/>
            <ac:picMk id="113" creationId="{ACFF492F-5959-D67D-AF16-2F9F65201A95}"/>
          </ac:picMkLst>
        </pc:picChg>
        <pc:picChg chg="mod">
          <ac:chgData name="leegyubin@soongsil.ac.kr" userId="b9d40a19-df1b-458f-86df-cd2cb0ed7b78" providerId="ADAL" clId="{C2EDD66D-DBE8-4BE9-ACBD-F3D6BC7B5612}" dt="2024-05-07T07:53:52.749" v="3227" actId="571"/>
          <ac:picMkLst>
            <pc:docMk/>
            <pc:sldMk cId="3470833986" sldId="275"/>
            <ac:picMk id="136" creationId="{1B1D397E-15A9-96A1-34FA-68221F97380F}"/>
          </ac:picMkLst>
        </pc:picChg>
        <pc:picChg chg="add del mod ord">
          <ac:chgData name="leegyubin@soongsil.ac.kr" userId="b9d40a19-df1b-458f-86df-cd2cb0ed7b78" providerId="ADAL" clId="{C2EDD66D-DBE8-4BE9-ACBD-F3D6BC7B5612}" dt="2024-05-07T08:53:21.839" v="4106" actId="478"/>
          <ac:picMkLst>
            <pc:docMk/>
            <pc:sldMk cId="3470833986" sldId="275"/>
            <ac:picMk id="137" creationId="{F954FDFD-A3C5-5EA4-B210-C61ACC774D35}"/>
          </ac:picMkLst>
        </pc:picChg>
        <pc:picChg chg="add mod">
          <ac:chgData name="leegyubin@soongsil.ac.kr" userId="b9d40a19-df1b-458f-86df-cd2cb0ed7b78" providerId="ADAL" clId="{C2EDD66D-DBE8-4BE9-ACBD-F3D6BC7B5612}" dt="2024-05-07T09:46:07.899" v="4467" actId="1037"/>
          <ac:picMkLst>
            <pc:docMk/>
            <pc:sldMk cId="3470833986" sldId="275"/>
            <ac:picMk id="159" creationId="{0F607F16-6890-C3E8-CE44-9927A851ADC6}"/>
          </ac:picMkLst>
        </pc:picChg>
        <pc:picChg chg="add mod">
          <ac:chgData name="leegyubin@soongsil.ac.kr" userId="b9d40a19-df1b-458f-86df-cd2cb0ed7b78" providerId="ADAL" clId="{C2EDD66D-DBE8-4BE9-ACBD-F3D6BC7B5612}" dt="2024-05-07T08:53:26.247" v="4109" actId="1038"/>
          <ac:picMkLst>
            <pc:docMk/>
            <pc:sldMk cId="3470833986" sldId="275"/>
            <ac:picMk id="455" creationId="{822AC22F-BBB5-2822-7535-84BBDE09483A}"/>
          </ac:picMkLst>
        </pc:picChg>
        <pc:cxnChg chg="add mod or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63" creationId="{2F2BAE1B-B6E8-2B22-55DA-AD7DC2C0BEAD}"/>
          </ac:cxnSpMkLst>
        </pc:cxnChg>
        <pc:cxnChg chg="add del mod">
          <ac:chgData name="leegyubin@soongsil.ac.kr" userId="b9d40a19-df1b-458f-86df-cd2cb0ed7b78" providerId="ADAL" clId="{C2EDD66D-DBE8-4BE9-ACBD-F3D6BC7B5612}" dt="2024-05-07T07:51:38.917" v="3186" actId="478"/>
          <ac:cxnSpMkLst>
            <pc:docMk/>
            <pc:sldMk cId="3470833986" sldId="275"/>
            <ac:cxnSpMk id="68" creationId="{1C7FAFC4-5606-C86F-2307-A19578DBE99E}"/>
          </ac:cxnSpMkLst>
        </pc:cxnChg>
        <pc:cxnChg chg="add del mod">
          <ac:chgData name="leegyubin@soongsil.ac.kr" userId="b9d40a19-df1b-458f-86df-cd2cb0ed7b78" providerId="ADAL" clId="{C2EDD66D-DBE8-4BE9-ACBD-F3D6BC7B5612}" dt="2024-05-07T07:51:38.917" v="3186" actId="478"/>
          <ac:cxnSpMkLst>
            <pc:docMk/>
            <pc:sldMk cId="3470833986" sldId="275"/>
            <ac:cxnSpMk id="72" creationId="{C832A7CE-29C4-1082-CC47-6272B92DED72}"/>
          </ac:cxnSpMkLst>
        </pc:cxnChg>
        <pc:cxnChg chg="add del mod topLvl">
          <ac:chgData name="leegyubin@soongsil.ac.kr" userId="b9d40a19-df1b-458f-86df-cd2cb0ed7b78" providerId="ADAL" clId="{C2EDD66D-DBE8-4BE9-ACBD-F3D6BC7B5612}" dt="2024-05-07T08:19:38.786" v="3473" actId="478"/>
          <ac:cxnSpMkLst>
            <pc:docMk/>
            <pc:sldMk cId="3470833986" sldId="275"/>
            <ac:cxnSpMk id="77" creationId="{AB69E991-0135-20BD-65B4-409C9F2FFFCA}"/>
          </ac:cxnSpMkLst>
        </pc:cxnChg>
        <pc:cxnChg chg="add del mod topLvl">
          <ac:chgData name="leegyubin@soongsil.ac.kr" userId="b9d40a19-df1b-458f-86df-cd2cb0ed7b78" providerId="ADAL" clId="{C2EDD66D-DBE8-4BE9-ACBD-F3D6BC7B5612}" dt="2024-05-07T08:19:38.786" v="3473" actId="478"/>
          <ac:cxnSpMkLst>
            <pc:docMk/>
            <pc:sldMk cId="3470833986" sldId="275"/>
            <ac:cxnSpMk id="82" creationId="{9FCE0370-C4DB-0995-C8C8-788FED114059}"/>
          </ac:cxnSpMkLst>
        </pc:cxnChg>
        <pc:cxnChg chg="add mod topLvl">
          <ac:chgData name="leegyubin@soongsil.ac.kr" userId="b9d40a19-df1b-458f-86df-cd2cb0ed7b78" providerId="ADAL" clId="{C2EDD66D-DBE8-4BE9-ACBD-F3D6BC7B5612}" dt="2024-05-07T08:33:36.511" v="3687" actId="165"/>
          <ac:cxnSpMkLst>
            <pc:docMk/>
            <pc:sldMk cId="3470833986" sldId="275"/>
            <ac:cxnSpMk id="87" creationId="{DE6B148C-C133-E95B-F1E6-54F00AACC0F8}"/>
          </ac:cxnSpMkLst>
        </pc:cxnChg>
        <pc:cxnChg chg="mo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96" creationId="{6C036B04-0A2A-8C8F-CADE-FB36739C1E06}"/>
          </ac:cxnSpMkLst>
        </pc:cxnChg>
        <pc:cxnChg chg="del mod topLvl">
          <ac:chgData name="leegyubin@soongsil.ac.kr" userId="b9d40a19-df1b-458f-86df-cd2cb0ed7b78" providerId="ADAL" clId="{C2EDD66D-DBE8-4BE9-ACBD-F3D6BC7B5612}" dt="2024-05-07T08:19:38.786" v="3473" actId="478"/>
          <ac:cxnSpMkLst>
            <pc:docMk/>
            <pc:sldMk cId="3470833986" sldId="275"/>
            <ac:cxnSpMk id="101" creationId="{1F8D34C3-19FC-F41C-2744-98CE0A66CEA6}"/>
          </ac:cxnSpMkLst>
        </pc:cxnChg>
        <pc:cxnChg chg="del mod topLvl">
          <ac:chgData name="leegyubin@soongsil.ac.kr" userId="b9d40a19-df1b-458f-86df-cd2cb0ed7b78" providerId="ADAL" clId="{C2EDD66D-DBE8-4BE9-ACBD-F3D6BC7B5612}" dt="2024-05-07T08:19:38.786" v="3473" actId="478"/>
          <ac:cxnSpMkLst>
            <pc:docMk/>
            <pc:sldMk cId="3470833986" sldId="275"/>
            <ac:cxnSpMk id="106" creationId="{0D2CF41C-D908-734E-AC5A-E69AD6ABA56E}"/>
          </ac:cxnSpMkLst>
        </pc:cxnChg>
        <pc:cxnChg chg="mod topLvl">
          <ac:chgData name="leegyubin@soongsil.ac.kr" userId="b9d40a19-df1b-458f-86df-cd2cb0ed7b78" providerId="ADAL" clId="{C2EDD66D-DBE8-4BE9-ACBD-F3D6BC7B5612}" dt="2024-05-07T08:12:55.279" v="3431" actId="1035"/>
          <ac:cxnSpMkLst>
            <pc:docMk/>
            <pc:sldMk cId="3470833986" sldId="275"/>
            <ac:cxnSpMk id="111" creationId="{86811557-A557-33A3-B5C0-C6413B2D7AC0}"/>
          </ac:cxnSpMkLst>
        </pc:cxnChg>
        <pc:cxnChg chg="mod">
          <ac:chgData name="leegyubin@soongsil.ac.kr" userId="b9d40a19-df1b-458f-86df-cd2cb0ed7b78" providerId="ADAL" clId="{C2EDD66D-DBE8-4BE9-ACBD-F3D6BC7B5612}" dt="2024-05-07T07:53:52.749" v="3227" actId="571"/>
          <ac:cxnSpMkLst>
            <pc:docMk/>
            <pc:sldMk cId="3470833986" sldId="275"/>
            <ac:cxnSpMk id="119" creationId="{F16260C0-AA26-F453-1174-223FAEB57720}"/>
          </ac:cxnSpMkLst>
        </pc:cxnChg>
        <pc:cxnChg chg="mod">
          <ac:chgData name="leegyubin@soongsil.ac.kr" userId="b9d40a19-df1b-458f-86df-cd2cb0ed7b78" providerId="ADAL" clId="{C2EDD66D-DBE8-4BE9-ACBD-F3D6BC7B5612}" dt="2024-05-07T07:53:52.749" v="3227" actId="571"/>
          <ac:cxnSpMkLst>
            <pc:docMk/>
            <pc:sldMk cId="3470833986" sldId="275"/>
            <ac:cxnSpMk id="124" creationId="{D1D5FE93-4E67-E2A5-3651-3A3CEBACCE7E}"/>
          </ac:cxnSpMkLst>
        </pc:cxnChg>
        <pc:cxnChg chg="mod">
          <ac:chgData name="leegyubin@soongsil.ac.kr" userId="b9d40a19-df1b-458f-86df-cd2cb0ed7b78" providerId="ADAL" clId="{C2EDD66D-DBE8-4BE9-ACBD-F3D6BC7B5612}" dt="2024-05-07T07:53:52.749" v="3227" actId="571"/>
          <ac:cxnSpMkLst>
            <pc:docMk/>
            <pc:sldMk cId="3470833986" sldId="275"/>
            <ac:cxnSpMk id="129" creationId="{19E37116-804D-B827-40D0-9D923D210A9B}"/>
          </ac:cxnSpMkLst>
        </pc:cxnChg>
        <pc:cxnChg chg="mod">
          <ac:chgData name="leegyubin@soongsil.ac.kr" userId="b9d40a19-df1b-458f-86df-cd2cb0ed7b78" providerId="ADAL" clId="{C2EDD66D-DBE8-4BE9-ACBD-F3D6BC7B5612}" dt="2024-05-07T07:53:52.749" v="3227" actId="571"/>
          <ac:cxnSpMkLst>
            <pc:docMk/>
            <pc:sldMk cId="3470833986" sldId="275"/>
            <ac:cxnSpMk id="134" creationId="{E0D5B810-D163-8A63-27BA-518B8538CD24}"/>
          </ac:cxnSpMkLst>
        </pc:cxnChg>
        <pc:cxnChg chg="add mod">
          <ac:chgData name="leegyubin@soongsil.ac.kr" userId="b9d40a19-df1b-458f-86df-cd2cb0ed7b78" providerId="ADAL" clId="{C2EDD66D-DBE8-4BE9-ACBD-F3D6BC7B5612}" dt="2024-05-07T08:12:55.279" v="3431" actId="1035"/>
          <ac:cxnSpMkLst>
            <pc:docMk/>
            <pc:sldMk cId="3470833986" sldId="275"/>
            <ac:cxnSpMk id="142" creationId="{921BC66D-633E-2D22-9C7B-02CEEC7C4DBF}"/>
          </ac:cxnSpMkLst>
        </pc:cxnChg>
        <pc:cxnChg chg="add del mod">
          <ac:chgData name="leegyubin@soongsil.ac.kr" userId="b9d40a19-df1b-458f-86df-cd2cb0ed7b78" providerId="ADAL" clId="{C2EDD66D-DBE8-4BE9-ACBD-F3D6BC7B5612}" dt="2024-05-07T08:20:30.874" v="3482" actId="478"/>
          <ac:cxnSpMkLst>
            <pc:docMk/>
            <pc:sldMk cId="3470833986" sldId="275"/>
            <ac:cxnSpMk id="147" creationId="{178B9B37-F3FB-F7AA-9E71-770D73776E54}"/>
          </ac:cxnSpMkLst>
        </pc:cxnChg>
        <pc:cxnChg chg="add del mod">
          <ac:chgData name="leegyubin@soongsil.ac.kr" userId="b9d40a19-df1b-458f-86df-cd2cb0ed7b78" providerId="ADAL" clId="{C2EDD66D-DBE8-4BE9-ACBD-F3D6BC7B5612}" dt="2024-05-07T08:20:30.874" v="3482" actId="478"/>
          <ac:cxnSpMkLst>
            <pc:docMk/>
            <pc:sldMk cId="3470833986" sldId="275"/>
            <ac:cxnSpMk id="152" creationId="{00F57419-70F7-D31F-56F4-F39277AB7290}"/>
          </ac:cxnSpMkLst>
        </pc:cxnChg>
        <pc:cxnChg chg="add mod">
          <ac:chgData name="leegyubin@soongsil.ac.kr" userId="b9d40a19-df1b-458f-86df-cd2cb0ed7b78" providerId="ADAL" clId="{C2EDD66D-DBE8-4BE9-ACBD-F3D6BC7B5612}" dt="2024-05-07T08:12:55.279" v="3431" actId="1035"/>
          <ac:cxnSpMkLst>
            <pc:docMk/>
            <pc:sldMk cId="3470833986" sldId="275"/>
            <ac:cxnSpMk id="157" creationId="{994D84E4-E837-66E7-84F6-F45FDE691358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167" creationId="{A42E167A-FB53-6A10-C904-7773C95FE2CB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171" creationId="{DDC149B9-464D-B56F-181E-20E93A9B13C9}"/>
          </ac:cxnSpMkLst>
        </pc:cxnChg>
        <pc:cxnChg chg="add mod">
          <ac:chgData name="leegyubin@soongsil.ac.kr" userId="b9d40a19-df1b-458f-86df-cd2cb0ed7b78" providerId="ADAL" clId="{C2EDD66D-DBE8-4BE9-ACBD-F3D6BC7B5612}" dt="2024-05-07T08:18:36.637" v="3462"/>
          <ac:cxnSpMkLst>
            <pc:docMk/>
            <pc:sldMk cId="3470833986" sldId="275"/>
            <ac:cxnSpMk id="172" creationId="{7F39F33B-44CB-EC80-C86B-BBEA0838B5AE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176" creationId="{40D756E6-6378-6294-04D2-E6085652EA3A}"/>
          </ac:cxnSpMkLst>
        </pc:cxnChg>
        <pc:cxnChg chg="mo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185" creationId="{8E92A300-11EB-23A2-0102-7993F298701B}"/>
          </ac:cxnSpMkLst>
        </pc:cxnChg>
        <pc:cxnChg chg="mo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190" creationId="{82F7527B-64A5-56EF-DF33-3B081F597FB8}"/>
          </ac:cxnSpMkLst>
        </pc:cxnChg>
        <pc:cxnChg chg="mo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196" creationId="{FD348BC5-41CF-5C53-6D3F-38BD5178B5E0}"/>
          </ac:cxnSpMkLst>
        </pc:cxnChg>
        <pc:cxnChg chg="mod topLvl">
          <ac:chgData name="leegyubin@soongsil.ac.kr" userId="b9d40a19-df1b-458f-86df-cd2cb0ed7b78" providerId="ADAL" clId="{C2EDD66D-DBE8-4BE9-ACBD-F3D6BC7B5612}" dt="2024-05-07T08:24:14.592" v="3563" actId="165"/>
          <ac:cxnSpMkLst>
            <pc:docMk/>
            <pc:sldMk cId="3470833986" sldId="275"/>
            <ac:cxnSpMk id="201" creationId="{45FB981A-FBFD-3053-4323-15C4E4679233}"/>
          </ac:cxnSpMkLst>
        </pc:cxnChg>
        <pc:cxnChg chg="add mod">
          <ac:chgData name="leegyubin@soongsil.ac.kr" userId="b9d40a19-df1b-458f-86df-cd2cb0ed7b78" providerId="ADAL" clId="{C2EDD66D-DBE8-4BE9-ACBD-F3D6BC7B5612}" dt="2024-05-07T08:20:38.618" v="3483" actId="571"/>
          <ac:cxnSpMkLst>
            <pc:docMk/>
            <pc:sldMk cId="3470833986" sldId="275"/>
            <ac:cxnSpMk id="211" creationId="{3AF1BA2E-11C7-99E9-2743-F0416718FB2A}"/>
          </ac:cxnSpMkLst>
        </pc:cxnChg>
        <pc:cxnChg chg="add mod">
          <ac:chgData name="leegyubin@soongsil.ac.kr" userId="b9d40a19-df1b-458f-86df-cd2cb0ed7b78" providerId="ADAL" clId="{C2EDD66D-DBE8-4BE9-ACBD-F3D6BC7B5612}" dt="2024-05-07T08:20:42.883" v="3484" actId="571"/>
          <ac:cxnSpMkLst>
            <pc:docMk/>
            <pc:sldMk cId="3470833986" sldId="275"/>
            <ac:cxnSpMk id="216" creationId="{CB5D762A-1AF8-BC2B-DF49-7E632AA5EB1A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18" creationId="{10F4B916-68AD-C06C-6307-511C8602BC65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25" creationId="{A91CC39C-6EF9-E7DB-188E-299F7A90078C}"/>
          </ac:cxnSpMkLst>
        </pc:cxnChg>
        <pc:cxnChg chg="add mod">
          <ac:chgData name="leegyubin@soongsil.ac.kr" userId="b9d40a19-df1b-458f-86df-cd2cb0ed7b78" providerId="ADAL" clId="{C2EDD66D-DBE8-4BE9-ACBD-F3D6BC7B5612}" dt="2024-05-07T08:23:58.676" v="3558" actId="571"/>
          <ac:cxnSpMkLst>
            <pc:docMk/>
            <pc:sldMk cId="3470833986" sldId="275"/>
            <ac:cxnSpMk id="234" creationId="{CE53F5D4-B50E-2290-7731-C869FE5C884A}"/>
          </ac:cxnSpMkLst>
        </pc:cxnChg>
        <pc:cxnChg chg="add mod">
          <ac:chgData name="leegyubin@soongsil.ac.kr" userId="b9d40a19-df1b-458f-86df-cd2cb0ed7b78" providerId="ADAL" clId="{C2EDD66D-DBE8-4BE9-ACBD-F3D6BC7B5612}" dt="2024-05-07T08:24:00.860" v="3560" actId="571"/>
          <ac:cxnSpMkLst>
            <pc:docMk/>
            <pc:sldMk cId="3470833986" sldId="275"/>
            <ac:cxnSpMk id="235" creationId="{403C6BC0-2428-ED1E-F040-11A65146FB6D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36" creationId="{66DDC830-DE43-08F3-7626-F1860D000ACC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40" creationId="{2C7A1FCE-8A35-D821-B455-93EF7A4BD9BF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47" creationId="{42AEE04B-EA20-2A2B-995B-EAE72BED5699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48" creationId="{DB0A7D62-9507-F9CE-76B0-32C0FFD31A85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53" creationId="{10759D23-B132-1729-6E03-0A78B6F4A4AF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57" creationId="{3C69B68C-09B6-E409-64BB-C26B593FF359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61" creationId="{282BCD07-7130-ED19-E15D-B7103217D685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64" creationId="{CF79EE55-E7A3-4434-52BE-0F6D1C1497D5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72" creationId="{A08BF6F5-70C0-A860-61D9-D087FB018F40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75" creationId="{249EF7C7-4935-A7B7-2CD3-1003CFEA0D0E}"/>
          </ac:cxnSpMkLst>
        </pc:cxnChg>
        <pc:cxnChg chg="add mod ord">
          <ac:chgData name="leegyubin@soongsil.ac.kr" userId="b9d40a19-df1b-458f-86df-cd2cb0ed7b78" providerId="ADAL" clId="{C2EDD66D-DBE8-4BE9-ACBD-F3D6BC7B5612}" dt="2024-05-07T09:48:13.061" v="4505" actId="692"/>
          <ac:cxnSpMkLst>
            <pc:docMk/>
            <pc:sldMk cId="3470833986" sldId="275"/>
            <ac:cxnSpMk id="279" creationId="{A051D475-BBFB-70E8-E142-B6A26535C20D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2" creationId="{9DC24D8D-CA5C-E9F8-B865-AB676C07EF83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3" creationId="{58BDB7D2-5737-02E5-EC65-00651462F442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4" creationId="{31F65BB4-E1BE-AA62-E49D-5C658A03F247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5" creationId="{8A3987E8-92EC-BD98-9CDF-9F76C795AC84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6" creationId="{C150F025-10BC-6B30-BA61-5EEEF4BA26E8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7" creationId="{5CDE413D-95C3-2350-901C-29E881831001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8" creationId="{3820EC69-3BE4-C5C1-6F97-233897A2028F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89" creationId="{966BED35-8AF1-F9DA-7FB9-FD96EFAF2201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0" creationId="{46F1599B-E2B9-75BB-CF1B-D4375DB462E0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1" creationId="{72786837-B6D6-5EB5-1B2B-53B81D0A0086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2" creationId="{0F63CB84-1A3F-9A76-5F3A-2FE706E3C350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3" creationId="{EE36AAA8-DCAB-8625-1EDA-4EDB21A5A26F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4" creationId="{9FF9D35A-08C5-E1DB-A3B9-803EF6EE7F92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5" creationId="{26842CA7-CE2B-DBD4-2586-5E418B63A7DB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6" creationId="{C982FC51-D3CB-D217-0BF9-F5F814D26BA1}"/>
          </ac:cxnSpMkLst>
        </pc:cxnChg>
        <pc:cxnChg chg="add mod ord">
          <ac:chgData name="leegyubin@soongsil.ac.kr" userId="b9d40a19-df1b-458f-86df-cd2cb0ed7b78" providerId="ADAL" clId="{C2EDD66D-DBE8-4BE9-ACBD-F3D6BC7B5612}" dt="2024-05-07T09:51:58.200" v="4527" actId="692"/>
          <ac:cxnSpMkLst>
            <pc:docMk/>
            <pc:sldMk cId="3470833986" sldId="275"/>
            <ac:cxnSpMk id="297" creationId="{AC42CD66-A39A-831C-1E0F-B5CD9E37DE81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38" creationId="{F3ED40A3-A2C9-928A-9C9A-93378CE47E75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42" creationId="{54A25967-7D73-A6ED-DBEC-CFB2D929D28B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46" creationId="{6B5D31B8-AC60-5749-309F-89164F839A35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49" creationId="{18992EBD-737D-AC3A-750D-D38FBD7259C7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52" creationId="{EAAEA61A-1277-0F72-F53C-E61B1AB95A32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55" creationId="{6FE819F3-D344-B7B1-8AEC-D3406890DAD5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58" creationId="{801D9721-4655-F5E4-6785-D68F306ACD65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62" creationId="{7915DE42-C395-0F45-CF0E-DA8B9A270AF4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65" creationId="{612735CF-252F-FBE1-1C95-4EEE4DD2D374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68" creationId="{04781D1B-7F4A-C924-455E-3765D4205459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71" creationId="{6192042C-A31C-7512-9BEF-772E53243797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83" creationId="{92EDF606-6A0D-240A-4E2A-DEEA1AC99C41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89" creationId="{D1564F78-7CCF-DA66-76E7-4A3223519D26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90" creationId="{4947A617-0B0A-0172-7043-2377EB5E50FC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95" creationId="{071CD6BE-A4CD-25E8-19E1-6A9E7D7D7A17}"/>
          </ac:cxnSpMkLst>
        </pc:cxnChg>
        <pc:cxnChg chg="add mod ord">
          <ac:chgData name="leegyubin@soongsil.ac.kr" userId="b9d40a19-df1b-458f-86df-cd2cb0ed7b78" providerId="ADAL" clId="{C2EDD66D-DBE8-4BE9-ACBD-F3D6BC7B5612}" dt="2024-05-07T09:44:18.271" v="4453" actId="1076"/>
          <ac:cxnSpMkLst>
            <pc:docMk/>
            <pc:sldMk cId="3470833986" sldId="275"/>
            <ac:cxnSpMk id="398" creationId="{FE0BB1DB-E2D9-2AAE-540A-455F3DC0C70D}"/>
          </ac:cxnSpMkLst>
        </pc:cxnChg>
        <pc:cxnChg chg="add mod">
          <ac:chgData name="leegyubin@soongsil.ac.kr" userId="b9d40a19-df1b-458f-86df-cd2cb0ed7b78" providerId="ADAL" clId="{C2EDD66D-DBE8-4BE9-ACBD-F3D6BC7B5612}" dt="2024-05-07T08:38:16.520" v="3761"/>
          <ac:cxnSpMkLst>
            <pc:docMk/>
            <pc:sldMk cId="3470833986" sldId="275"/>
            <ac:cxnSpMk id="401" creationId="{76BAE61F-3CE1-F961-116A-1C348C66DD36}"/>
          </ac:cxnSpMkLst>
        </pc:cxnChg>
        <pc:cxnChg chg="add mod">
          <ac:chgData name="leegyubin@soongsil.ac.kr" userId="b9d40a19-df1b-458f-86df-cd2cb0ed7b78" providerId="ADAL" clId="{C2EDD66D-DBE8-4BE9-ACBD-F3D6BC7B5612}" dt="2024-05-07T08:38:16.864" v="3762"/>
          <ac:cxnSpMkLst>
            <pc:docMk/>
            <pc:sldMk cId="3470833986" sldId="275"/>
            <ac:cxnSpMk id="402" creationId="{A75298E9-F49C-EA67-D471-BA48A1495342}"/>
          </ac:cxnSpMkLst>
        </pc:cxnChg>
        <pc:cxnChg chg="add mod">
          <ac:chgData name="leegyubin@soongsil.ac.kr" userId="b9d40a19-df1b-458f-86df-cd2cb0ed7b78" providerId="ADAL" clId="{C2EDD66D-DBE8-4BE9-ACBD-F3D6BC7B5612}" dt="2024-05-07T08:38:17.032" v="3763"/>
          <ac:cxnSpMkLst>
            <pc:docMk/>
            <pc:sldMk cId="3470833986" sldId="275"/>
            <ac:cxnSpMk id="403" creationId="{29C2B4F9-0D3E-2493-7BAD-CCF146559916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04" creationId="{8C2A9083-214D-337F-610F-75800408EF48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08" creationId="{2A007D60-0647-6D4B-9126-D69708B6A361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09" creationId="{E90E3AA4-F596-F156-7E90-263DA792601C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10" creationId="{FBC2047B-7B88-DC52-8C35-27FF6A73D17B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17" creationId="{6A9B85B9-7BA0-78F8-B335-652C1D555171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18" creationId="{D7748C92-BC0A-EA38-2951-A55FD6240301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19" creationId="{02E20F53-9885-8F31-197D-8BE440D2B6C6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26" creationId="{85769270-1FEC-1374-1567-3BBA1F490105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29" creationId="{CD57A841-37AC-A64B-C9DA-9B9EB591142B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30" creationId="{DCE6C3BC-6842-DE89-AE51-58B53DA232A5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36" creationId="{422A7424-491C-53F9-1DE2-A1F0045D038A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37" creationId="{C6991646-3AD7-A400-8C7B-66C37AC6AF00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42" creationId="{3E8983D6-0448-C2BA-D2E3-A1CD52C7ED74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43" creationId="{2778A0B4-9320-920D-57C0-5CBA32EDD5B0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44" creationId="{B927D196-3B66-6606-0D8E-36FB04B70CFB}"/>
          </ac:cxnSpMkLst>
        </pc:cxnChg>
        <pc:cxnChg chg="add mod ord">
          <ac:chgData name="leegyubin@soongsil.ac.kr" userId="b9d40a19-df1b-458f-86df-cd2cb0ed7b78" providerId="ADAL" clId="{C2EDD66D-DBE8-4BE9-ACBD-F3D6BC7B5612}" dt="2024-05-07T09:44:23.375" v="4455" actId="1076"/>
          <ac:cxnSpMkLst>
            <pc:docMk/>
            <pc:sldMk cId="3470833986" sldId="275"/>
            <ac:cxnSpMk id="452" creationId="{0AB6EAC3-3CFD-109D-7C1F-61EAB42C2CCE}"/>
          </ac:cxnSpMkLst>
        </pc:cxnChg>
      </pc:sldChg>
      <pc:sldChg chg="modSp add mod">
        <pc:chgData name="leegyubin@soongsil.ac.kr" userId="b9d40a19-df1b-458f-86df-cd2cb0ed7b78" providerId="ADAL" clId="{C2EDD66D-DBE8-4BE9-ACBD-F3D6BC7B5612}" dt="2024-05-07T09:08:04.014" v="4177" actId="14100"/>
        <pc:sldMkLst>
          <pc:docMk/>
          <pc:sldMk cId="1054515004" sldId="276"/>
        </pc:sldMkLst>
        <pc:spChg chg="mod">
          <ac:chgData name="leegyubin@soongsil.ac.kr" userId="b9d40a19-df1b-458f-86df-cd2cb0ed7b78" providerId="ADAL" clId="{C2EDD66D-DBE8-4BE9-ACBD-F3D6BC7B5612}" dt="2024-05-07T09:07:57.430" v="4173" actId="14100"/>
          <ac:spMkLst>
            <pc:docMk/>
            <pc:sldMk cId="1054515004" sldId="276"/>
            <ac:spMk id="50" creationId="{B42C8251-AEA3-8CD6-585A-C5957B819D07}"/>
          </ac:spMkLst>
        </pc:spChg>
        <pc:spChg chg="mod">
          <ac:chgData name="leegyubin@soongsil.ac.kr" userId="b9d40a19-df1b-458f-86df-cd2cb0ed7b78" providerId="ADAL" clId="{C2EDD66D-DBE8-4BE9-ACBD-F3D6BC7B5612}" dt="2024-05-07T09:08:04.014" v="4177" actId="14100"/>
          <ac:spMkLst>
            <pc:docMk/>
            <pc:sldMk cId="1054515004" sldId="276"/>
            <ac:spMk id="51" creationId="{602ABBA3-B887-CFEA-9DB8-306B1957ED0F}"/>
          </ac:spMkLst>
        </pc:spChg>
      </pc:sldChg>
      <pc:sldChg chg="addSp delSp modSp new mod">
        <pc:chgData name="leegyubin@soongsil.ac.kr" userId="b9d40a19-df1b-458f-86df-cd2cb0ed7b78" providerId="ADAL" clId="{C2EDD66D-DBE8-4BE9-ACBD-F3D6BC7B5612}" dt="2024-05-10T00:55:35.955" v="5685" actId="1038"/>
        <pc:sldMkLst>
          <pc:docMk/>
          <pc:sldMk cId="3368361644" sldId="277"/>
        </pc:sldMkLst>
        <pc:spChg chg="del">
          <ac:chgData name="leegyubin@soongsil.ac.kr" userId="b9d40a19-df1b-458f-86df-cd2cb0ed7b78" providerId="ADAL" clId="{C2EDD66D-DBE8-4BE9-ACBD-F3D6BC7B5612}" dt="2024-05-09T17:08:24.611" v="4579" actId="478"/>
          <ac:spMkLst>
            <pc:docMk/>
            <pc:sldMk cId="3368361644" sldId="277"/>
            <ac:spMk id="2" creationId="{761399A0-DBEC-E4E6-3C64-1DFB83089386}"/>
          </ac:spMkLst>
        </pc:spChg>
        <pc:spChg chg="del">
          <ac:chgData name="leegyubin@soongsil.ac.kr" userId="b9d40a19-df1b-458f-86df-cd2cb0ed7b78" providerId="ADAL" clId="{C2EDD66D-DBE8-4BE9-ACBD-F3D6BC7B5612}" dt="2024-05-09T17:08:24.611" v="4579" actId="478"/>
          <ac:spMkLst>
            <pc:docMk/>
            <pc:sldMk cId="3368361644" sldId="277"/>
            <ac:spMk id="3" creationId="{DAF67C86-4748-4146-2A2E-E2C4FC9509DF}"/>
          </ac:spMkLst>
        </pc:spChg>
        <pc:spChg chg="add mod ord topLvl">
          <ac:chgData name="leegyubin@soongsil.ac.kr" userId="b9d40a19-df1b-458f-86df-cd2cb0ed7b78" providerId="ADAL" clId="{C2EDD66D-DBE8-4BE9-ACBD-F3D6BC7B5612}" dt="2024-05-10T00:53:57.513" v="5659" actId="165"/>
          <ac:spMkLst>
            <pc:docMk/>
            <pc:sldMk cId="3368361644" sldId="277"/>
            <ac:spMk id="6" creationId="{798EB0E8-D15F-1276-F01D-363EE115981F}"/>
          </ac:spMkLst>
        </pc:spChg>
        <pc:spChg chg="add mod topLvl">
          <ac:chgData name="leegyubin@soongsil.ac.kr" userId="b9d40a19-df1b-458f-86df-cd2cb0ed7b78" providerId="ADAL" clId="{C2EDD66D-DBE8-4BE9-ACBD-F3D6BC7B5612}" dt="2024-05-10T00:55:35.955" v="5685" actId="1038"/>
          <ac:spMkLst>
            <pc:docMk/>
            <pc:sldMk cId="3368361644" sldId="277"/>
            <ac:spMk id="7" creationId="{9414BD4A-76DB-3A26-A2B5-EC74ACF72B2E}"/>
          </ac:spMkLst>
        </pc:spChg>
        <pc:spChg chg="add mod">
          <ac:chgData name="leegyubin@soongsil.ac.kr" userId="b9d40a19-df1b-458f-86df-cd2cb0ed7b78" providerId="ADAL" clId="{C2EDD66D-DBE8-4BE9-ACBD-F3D6BC7B5612}" dt="2024-05-09T17:11:49.201" v="4655" actId="571"/>
          <ac:spMkLst>
            <pc:docMk/>
            <pc:sldMk cId="3368361644" sldId="277"/>
            <ac:spMk id="8" creationId="{196A23D8-7E59-C416-60F2-4A0685CAC56B}"/>
          </ac:spMkLst>
        </pc:spChg>
        <pc:spChg chg="add mod ord topLvl">
          <ac:chgData name="leegyubin@soongsil.ac.kr" userId="b9d40a19-df1b-458f-86df-cd2cb0ed7b78" providerId="ADAL" clId="{C2EDD66D-DBE8-4BE9-ACBD-F3D6BC7B5612}" dt="2024-05-10T00:53:57.513" v="5659" actId="165"/>
          <ac:spMkLst>
            <pc:docMk/>
            <pc:sldMk cId="3368361644" sldId="277"/>
            <ac:spMk id="9" creationId="{476ED84E-F001-65AA-349B-2F6A97E35249}"/>
          </ac:spMkLst>
        </pc:spChg>
        <pc:spChg chg="add mod">
          <ac:chgData name="leegyubin@soongsil.ac.kr" userId="b9d40a19-df1b-458f-86df-cd2cb0ed7b78" providerId="ADAL" clId="{C2EDD66D-DBE8-4BE9-ACBD-F3D6BC7B5612}" dt="2024-05-09T17:13:17.187" v="4664"/>
          <ac:spMkLst>
            <pc:docMk/>
            <pc:sldMk cId="3368361644" sldId="277"/>
            <ac:spMk id="11" creationId="{92863D96-1844-D98B-8DA4-714CBAB43AB8}"/>
          </ac:spMkLst>
        </pc:spChg>
        <pc:spChg chg="add mod ord topLvl">
          <ac:chgData name="leegyubin@soongsil.ac.kr" userId="b9d40a19-df1b-458f-86df-cd2cb0ed7b78" providerId="ADAL" clId="{C2EDD66D-DBE8-4BE9-ACBD-F3D6BC7B5612}" dt="2024-05-10T00:53:57.513" v="5659" actId="165"/>
          <ac:spMkLst>
            <pc:docMk/>
            <pc:sldMk cId="3368361644" sldId="277"/>
            <ac:spMk id="12" creationId="{BBEB4F47-B0C3-0745-CFC7-D67C81656827}"/>
          </ac:spMkLst>
        </pc:spChg>
        <pc:spChg chg="add del">
          <ac:chgData name="leegyubin@soongsil.ac.kr" userId="b9d40a19-df1b-458f-86df-cd2cb0ed7b78" providerId="ADAL" clId="{C2EDD66D-DBE8-4BE9-ACBD-F3D6BC7B5612}" dt="2024-05-09T17:18:29.330" v="4773" actId="11529"/>
          <ac:spMkLst>
            <pc:docMk/>
            <pc:sldMk cId="3368361644" sldId="277"/>
            <ac:spMk id="41" creationId="{CAC125E4-4C15-D413-B1B2-81681FD09949}"/>
          </ac:spMkLst>
        </pc:spChg>
        <pc:spChg chg="add del mod">
          <ac:chgData name="leegyubin@soongsil.ac.kr" userId="b9d40a19-df1b-458f-86df-cd2cb0ed7b78" providerId="ADAL" clId="{C2EDD66D-DBE8-4BE9-ACBD-F3D6BC7B5612}" dt="2024-05-09T17:19:48.409" v="4805" actId="478"/>
          <ac:spMkLst>
            <pc:docMk/>
            <pc:sldMk cId="3368361644" sldId="277"/>
            <ac:spMk id="42" creationId="{E38128E6-0720-D960-3C78-883B612601D5}"/>
          </ac:spMkLst>
        </pc:spChg>
        <pc:spChg chg="add del">
          <ac:chgData name="leegyubin@soongsil.ac.kr" userId="b9d40a19-df1b-458f-86df-cd2cb0ed7b78" providerId="ADAL" clId="{C2EDD66D-DBE8-4BE9-ACBD-F3D6BC7B5612}" dt="2024-05-09T17:43:29.341" v="5225" actId="478"/>
          <ac:spMkLst>
            <pc:docMk/>
            <pc:sldMk cId="3368361644" sldId="277"/>
            <ac:spMk id="107" creationId="{3581FF74-1172-D502-00CD-6B3CEDF8A4E7}"/>
          </ac:spMkLst>
        </pc:spChg>
        <pc:spChg chg="add del mod">
          <ac:chgData name="leegyubin@soongsil.ac.kr" userId="b9d40a19-df1b-458f-86df-cd2cb0ed7b78" providerId="ADAL" clId="{C2EDD66D-DBE8-4BE9-ACBD-F3D6BC7B5612}" dt="2024-05-09T17:40:50.819" v="5224" actId="478"/>
          <ac:spMkLst>
            <pc:docMk/>
            <pc:sldMk cId="3368361644" sldId="277"/>
            <ac:spMk id="108" creationId="{3AB776AE-8D58-23C8-1E93-636380585185}"/>
          </ac:spMkLst>
        </pc:spChg>
        <pc:spChg chg="add mod">
          <ac:chgData name="leegyubin@soongsil.ac.kr" userId="b9d40a19-df1b-458f-86df-cd2cb0ed7b78" providerId="ADAL" clId="{C2EDD66D-DBE8-4BE9-ACBD-F3D6BC7B5612}" dt="2024-05-09T18:07:09.076" v="5290" actId="1076"/>
          <ac:spMkLst>
            <pc:docMk/>
            <pc:sldMk cId="3368361644" sldId="277"/>
            <ac:spMk id="114" creationId="{1C5111A7-9761-94E3-9EFB-DE8A7DE421C0}"/>
          </ac:spMkLst>
        </pc:spChg>
        <pc:spChg chg="add mod">
          <ac:chgData name="leegyubin@soongsil.ac.kr" userId="b9d40a19-df1b-458f-86df-cd2cb0ed7b78" providerId="ADAL" clId="{C2EDD66D-DBE8-4BE9-ACBD-F3D6BC7B5612}" dt="2024-05-09T18:07:09.076" v="5290" actId="1076"/>
          <ac:spMkLst>
            <pc:docMk/>
            <pc:sldMk cId="3368361644" sldId="277"/>
            <ac:spMk id="115" creationId="{75C2E4EB-D7D5-4850-51C2-EBF11AC4EE3A}"/>
          </ac:spMkLst>
        </pc:spChg>
        <pc:spChg chg="mod">
          <ac:chgData name="leegyubin@soongsil.ac.kr" userId="b9d40a19-df1b-458f-86df-cd2cb0ed7b78" providerId="ADAL" clId="{C2EDD66D-DBE8-4BE9-ACBD-F3D6BC7B5612}" dt="2024-05-09T18:07:08.300" v="5288" actId="571"/>
          <ac:spMkLst>
            <pc:docMk/>
            <pc:sldMk cId="3368361644" sldId="277"/>
            <ac:spMk id="118" creationId="{351C09B1-BC4A-05C2-10CF-81BA516174B2}"/>
          </ac:spMkLst>
        </pc:spChg>
        <pc:spChg chg="mod">
          <ac:chgData name="leegyubin@soongsil.ac.kr" userId="b9d40a19-df1b-458f-86df-cd2cb0ed7b78" providerId="ADAL" clId="{C2EDD66D-DBE8-4BE9-ACBD-F3D6BC7B5612}" dt="2024-05-09T18:07:08.300" v="5288" actId="571"/>
          <ac:spMkLst>
            <pc:docMk/>
            <pc:sldMk cId="3368361644" sldId="277"/>
            <ac:spMk id="119" creationId="{58AD1351-54C3-855F-3FEA-AE7190A3DFCD}"/>
          </ac:spMkLst>
        </pc:spChg>
        <pc:spChg chg="mod">
          <ac:chgData name="leegyubin@soongsil.ac.kr" userId="b9d40a19-df1b-458f-86df-cd2cb0ed7b78" providerId="ADAL" clId="{C2EDD66D-DBE8-4BE9-ACBD-F3D6BC7B5612}" dt="2024-05-09T18:07:08.300" v="5288" actId="571"/>
          <ac:spMkLst>
            <pc:docMk/>
            <pc:sldMk cId="3368361644" sldId="277"/>
            <ac:spMk id="120" creationId="{D69DB645-7A03-80D5-FF7C-79DE7E69AC78}"/>
          </ac:spMkLst>
        </pc:spChg>
        <pc:spChg chg="mod">
          <ac:chgData name="leegyubin@soongsil.ac.kr" userId="b9d40a19-df1b-458f-86df-cd2cb0ed7b78" providerId="ADAL" clId="{C2EDD66D-DBE8-4BE9-ACBD-F3D6BC7B5612}" dt="2024-05-09T18:07:08.300" v="5288" actId="571"/>
          <ac:spMkLst>
            <pc:docMk/>
            <pc:sldMk cId="3368361644" sldId="277"/>
            <ac:spMk id="121" creationId="{FB62E01B-4F07-FECB-504A-88BF0A67465E}"/>
          </ac:spMkLst>
        </pc:spChg>
        <pc:spChg chg="add mod">
          <ac:chgData name="leegyubin@soongsil.ac.kr" userId="b9d40a19-df1b-458f-86df-cd2cb0ed7b78" providerId="ADAL" clId="{C2EDD66D-DBE8-4BE9-ACBD-F3D6BC7B5612}" dt="2024-05-10T00:53:19.384" v="5652"/>
          <ac:spMkLst>
            <pc:docMk/>
            <pc:sldMk cId="3368361644" sldId="277"/>
            <ac:spMk id="133" creationId="{BFDA6002-E39D-A0DC-F606-B21F4C14748C}"/>
          </ac:spMkLst>
        </pc:spChg>
        <pc:spChg chg="add mod">
          <ac:chgData name="leegyubin@soongsil.ac.kr" userId="b9d40a19-df1b-458f-86df-cd2cb0ed7b78" providerId="ADAL" clId="{C2EDD66D-DBE8-4BE9-ACBD-F3D6BC7B5612}" dt="2024-05-10T00:53:19.384" v="5652"/>
          <ac:spMkLst>
            <pc:docMk/>
            <pc:sldMk cId="3368361644" sldId="277"/>
            <ac:spMk id="134" creationId="{C534387A-4FAC-D004-7335-77AC225716BE}"/>
          </ac:spMkLst>
        </pc:spChg>
        <pc:spChg chg="add mod">
          <ac:chgData name="leegyubin@soongsil.ac.kr" userId="b9d40a19-df1b-458f-86df-cd2cb0ed7b78" providerId="ADAL" clId="{C2EDD66D-DBE8-4BE9-ACBD-F3D6BC7B5612}" dt="2024-05-10T00:53:22.072" v="5653"/>
          <ac:spMkLst>
            <pc:docMk/>
            <pc:sldMk cId="3368361644" sldId="277"/>
            <ac:spMk id="135" creationId="{0A48B616-22E9-F902-0B3B-170CC2C70FE8}"/>
          </ac:spMkLst>
        </pc:spChg>
        <pc:spChg chg="add mod">
          <ac:chgData name="leegyubin@soongsil.ac.kr" userId="b9d40a19-df1b-458f-86df-cd2cb0ed7b78" providerId="ADAL" clId="{C2EDD66D-DBE8-4BE9-ACBD-F3D6BC7B5612}" dt="2024-05-10T00:53:22.072" v="5653"/>
          <ac:spMkLst>
            <pc:docMk/>
            <pc:sldMk cId="3368361644" sldId="277"/>
            <ac:spMk id="136" creationId="{3873B825-AB39-5294-5AE5-7AEB5CCEC855}"/>
          </ac:spMkLst>
        </pc:spChg>
        <pc:spChg chg="mod">
          <ac:chgData name="leegyubin@soongsil.ac.kr" userId="b9d40a19-df1b-458f-86df-cd2cb0ed7b78" providerId="ADAL" clId="{C2EDD66D-DBE8-4BE9-ACBD-F3D6BC7B5612}" dt="2024-05-10T00:53:31.169" v="5654"/>
          <ac:spMkLst>
            <pc:docMk/>
            <pc:sldMk cId="3368361644" sldId="277"/>
            <ac:spMk id="139" creationId="{2D4E081B-0EA9-95D4-69E4-D1F049DCB687}"/>
          </ac:spMkLst>
        </pc:spChg>
        <pc:spChg chg="mod">
          <ac:chgData name="leegyubin@soongsil.ac.kr" userId="b9d40a19-df1b-458f-86df-cd2cb0ed7b78" providerId="ADAL" clId="{C2EDD66D-DBE8-4BE9-ACBD-F3D6BC7B5612}" dt="2024-05-10T00:53:31.169" v="5654"/>
          <ac:spMkLst>
            <pc:docMk/>
            <pc:sldMk cId="3368361644" sldId="277"/>
            <ac:spMk id="140" creationId="{8C5684E4-B200-7262-4013-1109F9C1D685}"/>
          </ac:spMkLst>
        </pc:spChg>
        <pc:spChg chg="mod">
          <ac:chgData name="leegyubin@soongsil.ac.kr" userId="b9d40a19-df1b-458f-86df-cd2cb0ed7b78" providerId="ADAL" clId="{C2EDD66D-DBE8-4BE9-ACBD-F3D6BC7B5612}" dt="2024-05-10T00:53:31.169" v="5654"/>
          <ac:spMkLst>
            <pc:docMk/>
            <pc:sldMk cId="3368361644" sldId="277"/>
            <ac:spMk id="141" creationId="{9B44C637-3FAF-6800-0847-A87C4ECBBA99}"/>
          </ac:spMkLst>
        </pc:spChg>
        <pc:spChg chg="mod">
          <ac:chgData name="leegyubin@soongsil.ac.kr" userId="b9d40a19-df1b-458f-86df-cd2cb0ed7b78" providerId="ADAL" clId="{C2EDD66D-DBE8-4BE9-ACBD-F3D6BC7B5612}" dt="2024-05-10T00:53:31.169" v="5654"/>
          <ac:spMkLst>
            <pc:docMk/>
            <pc:sldMk cId="3368361644" sldId="277"/>
            <ac:spMk id="142" creationId="{8F33D1A1-5DBB-5F00-D0AE-EDEC93A80721}"/>
          </ac:spMkLst>
        </pc:spChg>
        <pc:spChg chg="mod">
          <ac:chgData name="leegyubin@soongsil.ac.kr" userId="b9d40a19-df1b-458f-86df-cd2cb0ed7b78" providerId="ADAL" clId="{C2EDD66D-DBE8-4BE9-ACBD-F3D6BC7B5612}" dt="2024-05-10T00:53:41.249" v="5657"/>
          <ac:spMkLst>
            <pc:docMk/>
            <pc:sldMk cId="3368361644" sldId="277"/>
            <ac:spMk id="147" creationId="{B1BD917A-98D7-D620-2AA1-F1B96EF281AC}"/>
          </ac:spMkLst>
        </pc:spChg>
        <pc:spChg chg="mod">
          <ac:chgData name="leegyubin@soongsil.ac.kr" userId="b9d40a19-df1b-458f-86df-cd2cb0ed7b78" providerId="ADAL" clId="{C2EDD66D-DBE8-4BE9-ACBD-F3D6BC7B5612}" dt="2024-05-10T00:53:41.249" v="5657"/>
          <ac:spMkLst>
            <pc:docMk/>
            <pc:sldMk cId="3368361644" sldId="277"/>
            <ac:spMk id="148" creationId="{F9D7E3A2-A663-8E49-EF10-85EBCCEE124D}"/>
          </ac:spMkLst>
        </pc:spChg>
        <pc:spChg chg="mod">
          <ac:chgData name="leegyubin@soongsil.ac.kr" userId="b9d40a19-df1b-458f-86df-cd2cb0ed7b78" providerId="ADAL" clId="{C2EDD66D-DBE8-4BE9-ACBD-F3D6BC7B5612}" dt="2024-05-10T00:53:41.249" v="5657"/>
          <ac:spMkLst>
            <pc:docMk/>
            <pc:sldMk cId="3368361644" sldId="277"/>
            <ac:spMk id="149" creationId="{0F4B3B20-D577-E67C-77D3-BEC340FD60D3}"/>
          </ac:spMkLst>
        </pc:spChg>
        <pc:spChg chg="mod">
          <ac:chgData name="leegyubin@soongsil.ac.kr" userId="b9d40a19-df1b-458f-86df-cd2cb0ed7b78" providerId="ADAL" clId="{C2EDD66D-DBE8-4BE9-ACBD-F3D6BC7B5612}" dt="2024-05-10T00:53:41.249" v="5657"/>
          <ac:spMkLst>
            <pc:docMk/>
            <pc:sldMk cId="3368361644" sldId="277"/>
            <ac:spMk id="150" creationId="{B5845EB9-E10C-45F6-7CCE-F23FC5B1485D}"/>
          </ac:spMkLst>
        </pc:spChg>
        <pc:spChg chg="add mod">
          <ac:chgData name="leegyubin@soongsil.ac.kr" userId="b9d40a19-df1b-458f-86df-cd2cb0ed7b78" providerId="ADAL" clId="{C2EDD66D-DBE8-4BE9-ACBD-F3D6BC7B5612}" dt="2024-05-10T00:55:07.011" v="5676" actId="1076"/>
          <ac:spMkLst>
            <pc:docMk/>
            <pc:sldMk cId="3368361644" sldId="277"/>
            <ac:spMk id="153" creationId="{007909D8-9B8A-AA5B-5A57-C2A1ED316847}"/>
          </ac:spMkLst>
        </pc:spChg>
        <pc:spChg chg="add mod">
          <ac:chgData name="leegyubin@soongsil.ac.kr" userId="b9d40a19-df1b-458f-86df-cd2cb0ed7b78" providerId="ADAL" clId="{C2EDD66D-DBE8-4BE9-ACBD-F3D6BC7B5612}" dt="2024-05-10T00:53:45.528" v="5658"/>
          <ac:spMkLst>
            <pc:docMk/>
            <pc:sldMk cId="3368361644" sldId="277"/>
            <ac:spMk id="154" creationId="{19D490C8-55DA-8D7C-F98D-5BA2A5146DBF}"/>
          </ac:spMkLst>
        </pc:spChg>
        <pc:spChg chg="add del mod">
          <ac:chgData name="leegyubin@soongsil.ac.kr" userId="b9d40a19-df1b-458f-86df-cd2cb0ed7b78" providerId="ADAL" clId="{C2EDD66D-DBE8-4BE9-ACBD-F3D6BC7B5612}" dt="2024-05-10T00:54:53.947" v="5673" actId="478"/>
          <ac:spMkLst>
            <pc:docMk/>
            <pc:sldMk cId="3368361644" sldId="277"/>
            <ac:spMk id="156" creationId="{545E2EBA-6D88-5D21-8C8E-A1A969DDF137}"/>
          </ac:spMkLst>
        </pc:spChg>
        <pc:grpChg chg="add del mod">
          <ac:chgData name="leegyubin@soongsil.ac.kr" userId="b9d40a19-df1b-458f-86df-cd2cb0ed7b78" providerId="ADAL" clId="{C2EDD66D-DBE8-4BE9-ACBD-F3D6BC7B5612}" dt="2024-05-10T00:53:57.513" v="5659" actId="165"/>
          <ac:grpSpMkLst>
            <pc:docMk/>
            <pc:sldMk cId="3368361644" sldId="277"/>
            <ac:grpSpMk id="113" creationId="{5E9823E9-A356-02A5-D543-3157E7D6E2B7}"/>
          </ac:grpSpMkLst>
        </pc:grpChg>
        <pc:grpChg chg="add del mod">
          <ac:chgData name="leegyubin@soongsil.ac.kr" userId="b9d40a19-df1b-458f-86df-cd2cb0ed7b78" providerId="ADAL" clId="{C2EDD66D-DBE8-4BE9-ACBD-F3D6BC7B5612}" dt="2024-05-09T18:07:08.300" v="5288" actId="571"/>
          <ac:grpSpMkLst>
            <pc:docMk/>
            <pc:sldMk cId="3368361644" sldId="277"/>
            <ac:grpSpMk id="116" creationId="{AEFB715F-1F0F-5E4E-8B4D-4492DE98592C}"/>
          </ac:grpSpMkLst>
        </pc:grpChg>
        <pc:grpChg chg="add mod">
          <ac:chgData name="leegyubin@soongsil.ac.kr" userId="b9d40a19-df1b-458f-86df-cd2cb0ed7b78" providerId="ADAL" clId="{C2EDD66D-DBE8-4BE9-ACBD-F3D6BC7B5612}" dt="2024-05-10T00:53:32.517" v="5656" actId="1076"/>
          <ac:grpSpMkLst>
            <pc:docMk/>
            <pc:sldMk cId="3368361644" sldId="277"/>
            <ac:grpSpMk id="137" creationId="{DF352A1D-3F77-AB29-BFC8-943D1B19FC59}"/>
          </ac:grpSpMkLst>
        </pc:grpChg>
        <pc:grpChg chg="add mod">
          <ac:chgData name="leegyubin@soongsil.ac.kr" userId="b9d40a19-df1b-458f-86df-cd2cb0ed7b78" providerId="ADAL" clId="{C2EDD66D-DBE8-4BE9-ACBD-F3D6BC7B5612}" dt="2024-05-10T00:53:41.249" v="5657"/>
          <ac:grpSpMkLst>
            <pc:docMk/>
            <pc:sldMk cId="3368361644" sldId="277"/>
            <ac:grpSpMk id="145" creationId="{E05357E4-9E23-FD07-AB4E-0201F56C6B93}"/>
          </ac:grpSpMkLst>
        </pc:grpChg>
        <pc:picChg chg="add mod topLvl modCrop">
          <ac:chgData name="leegyubin@soongsil.ac.kr" userId="b9d40a19-df1b-458f-86df-cd2cb0ed7b78" providerId="ADAL" clId="{C2EDD66D-DBE8-4BE9-ACBD-F3D6BC7B5612}" dt="2024-05-10T00:54:09.138" v="5660" actId="732"/>
          <ac:picMkLst>
            <pc:docMk/>
            <pc:sldMk cId="3368361644" sldId="277"/>
            <ac:picMk id="5" creationId="{8FFB39C7-10CE-BD75-B0A7-C2EE3BB3115C}"/>
          </ac:picMkLst>
        </pc:picChg>
        <pc:picChg chg="add mod">
          <ac:chgData name="leegyubin@soongsil.ac.kr" userId="b9d40a19-df1b-458f-86df-cd2cb0ed7b78" providerId="ADAL" clId="{C2EDD66D-DBE8-4BE9-ACBD-F3D6BC7B5612}" dt="2024-05-09T17:13:17.187" v="4664"/>
          <ac:picMkLst>
            <pc:docMk/>
            <pc:sldMk cId="3368361644" sldId="277"/>
            <ac:picMk id="10" creationId="{72B560A2-DE27-CF40-5D48-34FFC0BBB674}"/>
          </ac:picMkLst>
        </pc:picChg>
        <pc:picChg chg="mod">
          <ac:chgData name="leegyubin@soongsil.ac.kr" userId="b9d40a19-df1b-458f-86df-cd2cb0ed7b78" providerId="ADAL" clId="{C2EDD66D-DBE8-4BE9-ACBD-F3D6BC7B5612}" dt="2024-05-09T18:07:08.300" v="5288" actId="571"/>
          <ac:picMkLst>
            <pc:docMk/>
            <pc:sldMk cId="3368361644" sldId="277"/>
            <ac:picMk id="117" creationId="{374D6E84-04F5-AFA3-4472-B06F08F2FA93}"/>
          </ac:picMkLst>
        </pc:picChg>
        <pc:picChg chg="mod">
          <ac:chgData name="leegyubin@soongsil.ac.kr" userId="b9d40a19-df1b-458f-86df-cd2cb0ed7b78" providerId="ADAL" clId="{C2EDD66D-DBE8-4BE9-ACBD-F3D6BC7B5612}" dt="2024-05-10T00:53:31.169" v="5654"/>
          <ac:picMkLst>
            <pc:docMk/>
            <pc:sldMk cId="3368361644" sldId="277"/>
            <ac:picMk id="138" creationId="{ECABA7D7-9611-AD13-8FE4-98B9943A8CA2}"/>
          </ac:picMkLst>
        </pc:picChg>
        <pc:picChg chg="mod">
          <ac:chgData name="leegyubin@soongsil.ac.kr" userId="b9d40a19-df1b-458f-86df-cd2cb0ed7b78" providerId="ADAL" clId="{C2EDD66D-DBE8-4BE9-ACBD-F3D6BC7B5612}" dt="2024-05-10T00:53:41.249" v="5657"/>
          <ac:picMkLst>
            <pc:docMk/>
            <pc:sldMk cId="3368361644" sldId="277"/>
            <ac:picMk id="146" creationId="{A07591E2-B975-76C4-40EA-98A0C3636FB6}"/>
          </ac:picMkLst>
        </pc:picChg>
        <pc:picChg chg="add mod ord modCrop">
          <ac:chgData name="leegyubin@soongsil.ac.kr" userId="b9d40a19-df1b-458f-86df-cd2cb0ed7b78" providerId="ADAL" clId="{C2EDD66D-DBE8-4BE9-ACBD-F3D6BC7B5612}" dt="2024-05-10T00:55:00.434" v="5675" actId="167"/>
          <ac:picMkLst>
            <pc:docMk/>
            <pc:sldMk cId="3368361644" sldId="277"/>
            <ac:picMk id="155" creationId="{4716D8F4-51D3-29AF-6A71-053D6C29E291}"/>
          </ac:picMkLst>
        </pc:picChg>
        <pc:cxnChg chg="add del mod">
          <ac:chgData name="leegyubin@soongsil.ac.kr" userId="b9d40a19-df1b-458f-86df-cd2cb0ed7b78" providerId="ADAL" clId="{C2EDD66D-DBE8-4BE9-ACBD-F3D6BC7B5612}" dt="2024-05-09T17:18:26.528" v="4771" actId="478"/>
          <ac:cxnSpMkLst>
            <pc:docMk/>
            <pc:sldMk cId="3368361644" sldId="277"/>
            <ac:cxnSpMk id="14" creationId="{F25B0775-0D26-8E5E-7408-C82A2F786527}"/>
          </ac:cxnSpMkLst>
        </pc:cxnChg>
        <pc:cxnChg chg="add del">
          <ac:chgData name="leegyubin@soongsil.ac.kr" userId="b9d40a19-df1b-458f-86df-cd2cb0ed7b78" providerId="ADAL" clId="{C2EDD66D-DBE8-4BE9-ACBD-F3D6BC7B5612}" dt="2024-05-09T17:28:52.415" v="4954" actId="11529"/>
          <ac:cxnSpMkLst>
            <pc:docMk/>
            <pc:sldMk cId="3368361644" sldId="277"/>
            <ac:cxnSpMk id="44" creationId="{7ADA60E6-ACC8-18C2-B84B-24BFAAD7959C}"/>
          </ac:cxnSpMkLst>
        </pc:cxnChg>
        <pc:cxnChg chg="add del mod">
          <ac:chgData name="leegyubin@soongsil.ac.kr" userId="b9d40a19-df1b-458f-86df-cd2cb0ed7b78" providerId="ADAL" clId="{C2EDD66D-DBE8-4BE9-ACBD-F3D6BC7B5612}" dt="2024-05-09T17:29:33.157" v="4961" actId="478"/>
          <ac:cxnSpMkLst>
            <pc:docMk/>
            <pc:sldMk cId="3368361644" sldId="277"/>
            <ac:cxnSpMk id="46" creationId="{6DB2482D-7D20-140C-AA91-B66674407EEF}"/>
          </ac:cxnSpMkLst>
        </pc:cxnChg>
        <pc:cxnChg chg="add del mod">
          <ac:chgData name="leegyubin@soongsil.ac.kr" userId="b9d40a19-df1b-458f-86df-cd2cb0ed7b78" providerId="ADAL" clId="{C2EDD66D-DBE8-4BE9-ACBD-F3D6BC7B5612}" dt="2024-05-09T17:30:23.486" v="4989" actId="478"/>
          <ac:cxnSpMkLst>
            <pc:docMk/>
            <pc:sldMk cId="3368361644" sldId="277"/>
            <ac:cxnSpMk id="51" creationId="{CEDB8611-17AC-231B-B55C-CAB55DC6F0C3}"/>
          </ac:cxnSpMkLst>
        </pc:cxnChg>
        <pc:cxnChg chg="add del">
          <ac:chgData name="leegyubin@soongsil.ac.kr" userId="b9d40a19-df1b-458f-86df-cd2cb0ed7b78" providerId="ADAL" clId="{C2EDD66D-DBE8-4BE9-ACBD-F3D6BC7B5612}" dt="2024-05-09T17:30:08.326" v="4988" actId="478"/>
          <ac:cxnSpMkLst>
            <pc:docMk/>
            <pc:sldMk cId="3368361644" sldId="277"/>
            <ac:cxnSpMk id="57" creationId="{0F38CB1D-2EE7-7C4F-D972-99A8DC677427}"/>
          </ac:cxnSpMkLst>
        </pc:cxnChg>
        <pc:cxnChg chg="add mod topLvl">
          <ac:chgData name="leegyubin@soongsil.ac.kr" userId="b9d40a19-df1b-458f-86df-cd2cb0ed7b78" providerId="ADAL" clId="{C2EDD66D-DBE8-4BE9-ACBD-F3D6BC7B5612}" dt="2024-05-10T00:53:57.513" v="5659" actId="165"/>
          <ac:cxnSpMkLst>
            <pc:docMk/>
            <pc:sldMk cId="3368361644" sldId="277"/>
            <ac:cxnSpMk id="59" creationId="{72738E57-37FE-EC0A-0270-406129938BAF}"/>
          </ac:cxnSpMkLst>
        </pc:cxnChg>
        <pc:cxnChg chg="add del mod topLvl">
          <ac:chgData name="leegyubin@soongsil.ac.kr" userId="b9d40a19-df1b-458f-86df-cd2cb0ed7b78" providerId="ADAL" clId="{C2EDD66D-DBE8-4BE9-ACBD-F3D6BC7B5612}" dt="2024-05-10T00:52:57.257" v="5649" actId="478"/>
          <ac:cxnSpMkLst>
            <pc:docMk/>
            <pc:sldMk cId="3368361644" sldId="277"/>
            <ac:cxnSpMk id="67" creationId="{3C898796-0CD9-AEE5-C8F9-2D3B429680D9}"/>
          </ac:cxnSpMkLst>
        </pc:cxnChg>
        <pc:cxnChg chg="add del mod topLvl">
          <ac:chgData name="leegyubin@soongsil.ac.kr" userId="b9d40a19-df1b-458f-86df-cd2cb0ed7b78" providerId="ADAL" clId="{C2EDD66D-DBE8-4BE9-ACBD-F3D6BC7B5612}" dt="2024-05-10T00:53:57.513" v="5659" actId="165"/>
          <ac:cxnSpMkLst>
            <pc:docMk/>
            <pc:sldMk cId="3368361644" sldId="277"/>
            <ac:cxnSpMk id="74" creationId="{9CF8C4B8-6F01-903E-3335-636D505067E5}"/>
          </ac:cxnSpMkLst>
        </pc:cxnChg>
        <pc:cxnChg chg="mod">
          <ac:chgData name="leegyubin@soongsil.ac.kr" userId="b9d40a19-df1b-458f-86df-cd2cb0ed7b78" providerId="ADAL" clId="{C2EDD66D-DBE8-4BE9-ACBD-F3D6BC7B5612}" dt="2024-05-09T18:07:08.300" v="5288" actId="571"/>
          <ac:cxnSpMkLst>
            <pc:docMk/>
            <pc:sldMk cId="3368361644" sldId="277"/>
            <ac:cxnSpMk id="122" creationId="{3C41827A-C175-5241-DBB4-8F91995D326A}"/>
          </ac:cxnSpMkLst>
        </pc:cxnChg>
        <pc:cxnChg chg="mod">
          <ac:chgData name="leegyubin@soongsil.ac.kr" userId="b9d40a19-df1b-458f-86df-cd2cb0ed7b78" providerId="ADAL" clId="{C2EDD66D-DBE8-4BE9-ACBD-F3D6BC7B5612}" dt="2024-05-09T18:07:08.300" v="5288" actId="571"/>
          <ac:cxnSpMkLst>
            <pc:docMk/>
            <pc:sldMk cId="3368361644" sldId="277"/>
            <ac:cxnSpMk id="123" creationId="{AEC94CAA-044D-B2B0-0C23-F9CBCC6F89C3}"/>
          </ac:cxnSpMkLst>
        </pc:cxnChg>
        <pc:cxnChg chg="mod">
          <ac:chgData name="leegyubin@soongsil.ac.kr" userId="b9d40a19-df1b-458f-86df-cd2cb0ed7b78" providerId="ADAL" clId="{C2EDD66D-DBE8-4BE9-ACBD-F3D6BC7B5612}" dt="2024-05-09T18:07:08.300" v="5288" actId="571"/>
          <ac:cxnSpMkLst>
            <pc:docMk/>
            <pc:sldMk cId="3368361644" sldId="277"/>
            <ac:cxnSpMk id="124" creationId="{CE0B8B36-0D10-195A-5554-89E24CF76AB9}"/>
          </ac:cxnSpMkLst>
        </pc:cxnChg>
        <pc:cxnChg chg="add mod">
          <ac:chgData name="leegyubin@soongsil.ac.kr" userId="b9d40a19-df1b-458f-86df-cd2cb0ed7b78" providerId="ADAL" clId="{C2EDD66D-DBE8-4BE9-ACBD-F3D6BC7B5612}" dt="2024-05-10T00:52:58.397" v="5651" actId="1037"/>
          <ac:cxnSpMkLst>
            <pc:docMk/>
            <pc:sldMk cId="3368361644" sldId="277"/>
            <ac:cxnSpMk id="127" creationId="{A2402568-F4BC-0A95-47E5-30EDFAAC77C2}"/>
          </ac:cxnSpMkLst>
        </pc:cxnChg>
        <pc:cxnChg chg="add mod">
          <ac:chgData name="leegyubin@soongsil.ac.kr" userId="b9d40a19-df1b-458f-86df-cd2cb0ed7b78" providerId="ADAL" clId="{C2EDD66D-DBE8-4BE9-ACBD-F3D6BC7B5612}" dt="2024-05-10T00:52:20.963" v="5644"/>
          <ac:cxnSpMkLst>
            <pc:docMk/>
            <pc:sldMk cId="3368361644" sldId="277"/>
            <ac:cxnSpMk id="132" creationId="{F401540A-D85C-F0BB-4BA8-0CF489ED2BB7}"/>
          </ac:cxnSpMkLst>
        </pc:cxnChg>
        <pc:cxnChg chg="mod">
          <ac:chgData name="leegyubin@soongsil.ac.kr" userId="b9d40a19-df1b-458f-86df-cd2cb0ed7b78" providerId="ADAL" clId="{C2EDD66D-DBE8-4BE9-ACBD-F3D6BC7B5612}" dt="2024-05-10T00:53:31.169" v="5654"/>
          <ac:cxnSpMkLst>
            <pc:docMk/>
            <pc:sldMk cId="3368361644" sldId="277"/>
            <ac:cxnSpMk id="143" creationId="{B1F94374-FBF6-046E-BAE4-90C122DAEC8A}"/>
          </ac:cxnSpMkLst>
        </pc:cxnChg>
        <pc:cxnChg chg="mod">
          <ac:chgData name="leegyubin@soongsil.ac.kr" userId="b9d40a19-df1b-458f-86df-cd2cb0ed7b78" providerId="ADAL" clId="{C2EDD66D-DBE8-4BE9-ACBD-F3D6BC7B5612}" dt="2024-05-10T00:53:31.169" v="5654"/>
          <ac:cxnSpMkLst>
            <pc:docMk/>
            <pc:sldMk cId="3368361644" sldId="277"/>
            <ac:cxnSpMk id="144" creationId="{C8A6BA05-A56C-CC7C-A53C-D134AA1D166D}"/>
          </ac:cxnSpMkLst>
        </pc:cxnChg>
        <pc:cxnChg chg="mod">
          <ac:chgData name="leegyubin@soongsil.ac.kr" userId="b9d40a19-df1b-458f-86df-cd2cb0ed7b78" providerId="ADAL" clId="{C2EDD66D-DBE8-4BE9-ACBD-F3D6BC7B5612}" dt="2024-05-10T00:53:41.249" v="5657"/>
          <ac:cxnSpMkLst>
            <pc:docMk/>
            <pc:sldMk cId="3368361644" sldId="277"/>
            <ac:cxnSpMk id="151" creationId="{97DE9C63-CE07-C6EA-F29C-DE311A035198}"/>
          </ac:cxnSpMkLst>
        </pc:cxnChg>
        <pc:cxnChg chg="mod">
          <ac:chgData name="leegyubin@soongsil.ac.kr" userId="b9d40a19-df1b-458f-86df-cd2cb0ed7b78" providerId="ADAL" clId="{C2EDD66D-DBE8-4BE9-ACBD-F3D6BC7B5612}" dt="2024-05-10T00:53:41.249" v="5657"/>
          <ac:cxnSpMkLst>
            <pc:docMk/>
            <pc:sldMk cId="3368361644" sldId="277"/>
            <ac:cxnSpMk id="152" creationId="{DF0D84CA-4EBB-FA8A-0A60-EF72D2E4385E}"/>
          </ac:cxnSpMkLst>
        </pc:cxnChg>
      </pc:sldChg>
      <pc:sldChg chg="addSp delSp modSp new add del mod">
        <pc:chgData name="leegyubin@soongsil.ac.kr" userId="b9d40a19-df1b-458f-86df-cd2cb0ed7b78" providerId="ADAL" clId="{C2EDD66D-DBE8-4BE9-ACBD-F3D6BC7B5612}" dt="2024-05-10T00:56:13.856" v="5688" actId="47"/>
        <pc:sldMkLst>
          <pc:docMk/>
          <pc:sldMk cId="2465510894" sldId="278"/>
        </pc:sldMkLst>
        <pc:spChg chg="del">
          <ac:chgData name="leegyubin@soongsil.ac.kr" userId="b9d40a19-df1b-458f-86df-cd2cb0ed7b78" providerId="ADAL" clId="{C2EDD66D-DBE8-4BE9-ACBD-F3D6BC7B5612}" dt="2024-05-09T18:07:12.905" v="5292" actId="478"/>
          <ac:spMkLst>
            <pc:docMk/>
            <pc:sldMk cId="2465510894" sldId="278"/>
            <ac:spMk id="2" creationId="{D12C971F-B5B9-F406-EAAA-EA46774806BC}"/>
          </ac:spMkLst>
        </pc:spChg>
        <pc:spChg chg="del">
          <ac:chgData name="leegyubin@soongsil.ac.kr" userId="b9d40a19-df1b-458f-86df-cd2cb0ed7b78" providerId="ADAL" clId="{C2EDD66D-DBE8-4BE9-ACBD-F3D6BC7B5612}" dt="2024-05-09T18:07:12.905" v="5292" actId="478"/>
          <ac:spMkLst>
            <pc:docMk/>
            <pc:sldMk cId="2465510894" sldId="278"/>
            <ac:spMk id="3" creationId="{7D54A5CA-16A0-16A2-4301-F7F75CF8276D}"/>
          </ac:spMkLst>
        </pc:spChg>
        <pc:spChg chg="add mod ord">
          <ac:chgData name="leegyubin@soongsil.ac.kr" userId="b9d40a19-df1b-458f-86df-cd2cb0ed7b78" providerId="ADAL" clId="{C2EDD66D-DBE8-4BE9-ACBD-F3D6BC7B5612}" dt="2024-05-10T00:49:55.898" v="5597" actId="166"/>
          <ac:spMkLst>
            <pc:docMk/>
            <pc:sldMk cId="2465510894" sldId="278"/>
            <ac:spMk id="4" creationId="{0D87B35C-E5D9-28B6-89E6-6E377D54662C}"/>
          </ac:spMkLst>
        </pc:spChg>
        <pc:spChg chg="add mod ord">
          <ac:chgData name="leegyubin@soongsil.ac.kr" userId="b9d40a19-df1b-458f-86df-cd2cb0ed7b78" providerId="ADAL" clId="{C2EDD66D-DBE8-4BE9-ACBD-F3D6BC7B5612}" dt="2024-05-09T18:12:43.851" v="5472" actId="1038"/>
          <ac:spMkLst>
            <pc:docMk/>
            <pc:sldMk cId="2465510894" sldId="278"/>
            <ac:spMk id="5" creationId="{C1B1A637-E747-34D7-8CB6-1C25AC1FFC4A}"/>
          </ac:spMkLst>
        </pc:spChg>
        <pc:spChg chg="add del mod">
          <ac:chgData name="leegyubin@soongsil.ac.kr" userId="b9d40a19-df1b-458f-86df-cd2cb0ed7b78" providerId="ADAL" clId="{C2EDD66D-DBE8-4BE9-ACBD-F3D6BC7B5612}" dt="2024-05-10T00:47:15.587" v="5517" actId="478"/>
          <ac:spMkLst>
            <pc:docMk/>
            <pc:sldMk cId="2465510894" sldId="278"/>
            <ac:spMk id="13" creationId="{3400B79F-8617-606E-218A-DE8752672735}"/>
          </ac:spMkLst>
        </pc:spChg>
        <pc:spChg chg="add del mod">
          <ac:chgData name="leegyubin@soongsil.ac.kr" userId="b9d40a19-df1b-458f-86df-cd2cb0ed7b78" providerId="ADAL" clId="{C2EDD66D-DBE8-4BE9-ACBD-F3D6BC7B5612}" dt="2024-05-10T00:48:27.708" v="5571" actId="478"/>
          <ac:spMkLst>
            <pc:docMk/>
            <pc:sldMk cId="2465510894" sldId="278"/>
            <ac:spMk id="14" creationId="{74D43BD7-7AE5-EBC4-FB8A-DB3EC371322A}"/>
          </ac:spMkLst>
        </pc:spChg>
        <pc:spChg chg="add del mod">
          <ac:chgData name="leegyubin@soongsil.ac.kr" userId="b9d40a19-df1b-458f-86df-cd2cb0ed7b78" providerId="ADAL" clId="{C2EDD66D-DBE8-4BE9-ACBD-F3D6BC7B5612}" dt="2024-05-10T00:54:45.687" v="5666" actId="478"/>
          <ac:spMkLst>
            <pc:docMk/>
            <pc:sldMk cId="2465510894" sldId="278"/>
            <ac:spMk id="15" creationId="{A3C6013A-8AB0-1348-1F87-201C1BE9F1D7}"/>
          </ac:spMkLst>
        </pc:spChg>
        <pc:grpChg chg="add mod">
          <ac:chgData name="leegyubin@soongsil.ac.kr" userId="b9d40a19-df1b-458f-86df-cd2cb0ed7b78" providerId="ADAL" clId="{C2EDD66D-DBE8-4BE9-ACBD-F3D6BC7B5612}" dt="2024-05-09T18:12:43.851" v="5472" actId="1038"/>
          <ac:grpSpMkLst>
            <pc:docMk/>
            <pc:sldMk cId="2465510894" sldId="278"/>
            <ac:grpSpMk id="10" creationId="{CD9114F8-9B87-E4D6-C639-7ACECC923F0D}"/>
          </ac:grpSpMkLst>
        </pc:grpChg>
        <pc:picChg chg="add mod modCrop">
          <ac:chgData name="leegyubin@soongsil.ac.kr" userId="b9d40a19-df1b-458f-86df-cd2cb0ed7b78" providerId="ADAL" clId="{C2EDD66D-DBE8-4BE9-ACBD-F3D6BC7B5612}" dt="2024-05-10T00:47:27.839" v="5521" actId="1076"/>
          <ac:picMkLst>
            <pc:docMk/>
            <pc:sldMk cId="2465510894" sldId="278"/>
            <ac:picMk id="7" creationId="{B5030025-F11E-117C-274D-81B6D00C93CD}"/>
          </ac:picMkLst>
        </pc:picChg>
        <pc:picChg chg="add del mod modCrop">
          <ac:chgData name="leegyubin@soongsil.ac.kr" userId="b9d40a19-df1b-458f-86df-cd2cb0ed7b78" providerId="ADAL" clId="{C2EDD66D-DBE8-4BE9-ACBD-F3D6BC7B5612}" dt="2024-05-09T18:08:37.586" v="5324" actId="478"/>
          <ac:picMkLst>
            <pc:docMk/>
            <pc:sldMk cId="2465510894" sldId="278"/>
            <ac:picMk id="8" creationId="{6D5C541F-AA5C-CE5A-5B08-F6059FF3E2F8}"/>
          </ac:picMkLst>
        </pc:picChg>
        <pc:picChg chg="add mod modCrop">
          <ac:chgData name="leegyubin@soongsil.ac.kr" userId="b9d40a19-df1b-458f-86df-cd2cb0ed7b78" providerId="ADAL" clId="{C2EDD66D-DBE8-4BE9-ACBD-F3D6BC7B5612}" dt="2024-05-09T18:09:16.444" v="5334" actId="164"/>
          <ac:picMkLst>
            <pc:docMk/>
            <pc:sldMk cId="2465510894" sldId="278"/>
            <ac:picMk id="9" creationId="{D0989AC5-E401-62DF-2C1F-5558BCB5FEC7}"/>
          </ac:picMkLst>
        </pc:picChg>
        <pc:picChg chg="add del mod ord modCrop">
          <ac:chgData name="leegyubin@soongsil.ac.kr" userId="b9d40a19-df1b-458f-86df-cd2cb0ed7b78" providerId="ADAL" clId="{C2EDD66D-DBE8-4BE9-ACBD-F3D6BC7B5612}" dt="2024-05-10T00:56:12.996" v="5687" actId="478"/>
          <ac:picMkLst>
            <pc:docMk/>
            <pc:sldMk cId="2465510894" sldId="278"/>
            <ac:picMk id="12" creationId="{C37651AF-F366-9F70-7AE8-4BE96D3F14EF}"/>
          </ac:picMkLst>
        </pc:picChg>
      </pc:sldChg>
      <pc:sldChg chg="addSp delSp modSp new mod">
        <pc:chgData name="leegyubin@soongsil.ac.kr" userId="b9d40a19-df1b-458f-86df-cd2cb0ed7b78" providerId="ADAL" clId="{C2EDD66D-DBE8-4BE9-ACBD-F3D6BC7B5612}" dt="2024-05-16T16:19:02.541" v="5972" actId="1076"/>
        <pc:sldMkLst>
          <pc:docMk/>
          <pc:sldMk cId="1418545838" sldId="289"/>
        </pc:sldMkLst>
        <pc:spChg chg="del">
          <ac:chgData name="leegyubin@soongsil.ac.kr" userId="b9d40a19-df1b-458f-86df-cd2cb0ed7b78" providerId="ADAL" clId="{C2EDD66D-DBE8-4BE9-ACBD-F3D6BC7B5612}" dt="2024-05-16T16:18:10.086" v="5916" actId="478"/>
          <ac:spMkLst>
            <pc:docMk/>
            <pc:sldMk cId="1418545838" sldId="289"/>
            <ac:spMk id="2" creationId="{8A21A7DD-E637-349A-D541-457DBBD08947}"/>
          </ac:spMkLst>
        </pc:spChg>
        <pc:spChg chg="del">
          <ac:chgData name="leegyubin@soongsil.ac.kr" userId="b9d40a19-df1b-458f-86df-cd2cb0ed7b78" providerId="ADAL" clId="{C2EDD66D-DBE8-4BE9-ACBD-F3D6BC7B5612}" dt="2024-05-16T16:18:10.086" v="5916" actId="478"/>
          <ac:spMkLst>
            <pc:docMk/>
            <pc:sldMk cId="1418545838" sldId="289"/>
            <ac:spMk id="3" creationId="{757A50A2-A8D1-5385-EA3F-CFA89D8E317E}"/>
          </ac:spMkLst>
        </pc:spChg>
        <pc:spChg chg="add mod">
          <ac:chgData name="leegyubin@soongsil.ac.kr" userId="b9d40a19-df1b-458f-86df-cd2cb0ed7b78" providerId="ADAL" clId="{C2EDD66D-DBE8-4BE9-ACBD-F3D6BC7B5612}" dt="2024-05-16T16:18:27.838" v="5932" actId="1076"/>
          <ac:spMkLst>
            <pc:docMk/>
            <pc:sldMk cId="1418545838" sldId="289"/>
            <ac:spMk id="6" creationId="{6CDCC7B1-5AEA-E486-75EA-4F41EE3A513A}"/>
          </ac:spMkLst>
        </pc:spChg>
        <pc:spChg chg="add mod">
          <ac:chgData name="leegyubin@soongsil.ac.kr" userId="b9d40a19-df1b-458f-86df-cd2cb0ed7b78" providerId="ADAL" clId="{C2EDD66D-DBE8-4BE9-ACBD-F3D6BC7B5612}" dt="2024-05-16T16:19:02.541" v="5972" actId="1076"/>
          <ac:spMkLst>
            <pc:docMk/>
            <pc:sldMk cId="1418545838" sldId="289"/>
            <ac:spMk id="7" creationId="{9EEA7593-E36E-2968-A72D-133CB6B14FC3}"/>
          </ac:spMkLst>
        </pc:spChg>
        <pc:picChg chg="add mod">
          <ac:chgData name="leegyubin@soongsil.ac.kr" userId="b9d40a19-df1b-458f-86df-cd2cb0ed7b78" providerId="ADAL" clId="{C2EDD66D-DBE8-4BE9-ACBD-F3D6BC7B5612}" dt="2024-05-16T16:18:12.814" v="5918" actId="1076"/>
          <ac:picMkLst>
            <pc:docMk/>
            <pc:sldMk cId="1418545838" sldId="289"/>
            <ac:picMk id="5" creationId="{CADE4F00-678B-0B49-5E1D-D23D6662049F}"/>
          </ac:picMkLst>
        </pc:picChg>
      </pc:sldChg>
      <pc:sldChg chg="delSp new del mod">
        <pc:chgData name="leegyubin@soongsil.ac.kr" userId="b9d40a19-df1b-458f-86df-cd2cb0ed7b78" providerId="ADAL" clId="{C2EDD66D-DBE8-4BE9-ACBD-F3D6BC7B5612}" dt="2024-05-16T12:12:40.775" v="5723" actId="47"/>
        <pc:sldMkLst>
          <pc:docMk/>
          <pc:sldMk cId="1653834889" sldId="289"/>
        </pc:sldMkLst>
        <pc:spChg chg="del">
          <ac:chgData name="leegyubin@soongsil.ac.kr" userId="b9d40a19-df1b-458f-86df-cd2cb0ed7b78" providerId="ADAL" clId="{C2EDD66D-DBE8-4BE9-ACBD-F3D6BC7B5612}" dt="2024-05-16T12:10:36.774" v="5691" actId="478"/>
          <ac:spMkLst>
            <pc:docMk/>
            <pc:sldMk cId="1653834889" sldId="289"/>
            <ac:spMk id="2" creationId="{E1F9274C-AFC7-6354-1AEB-2B7763D2D4A4}"/>
          </ac:spMkLst>
        </pc:spChg>
        <pc:spChg chg="del">
          <ac:chgData name="leegyubin@soongsil.ac.kr" userId="b9d40a19-df1b-458f-86df-cd2cb0ed7b78" providerId="ADAL" clId="{C2EDD66D-DBE8-4BE9-ACBD-F3D6BC7B5612}" dt="2024-05-16T12:10:36.774" v="5691" actId="478"/>
          <ac:spMkLst>
            <pc:docMk/>
            <pc:sldMk cId="1653834889" sldId="289"/>
            <ac:spMk id="3" creationId="{DA01F702-C6AE-E302-3AF6-4A15F2CAD2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0F5E0-0808-4F83-9149-83BC20A10BD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D11C1-0404-49EB-AB03-DAAF889BA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D11C1-0404-49EB-AB03-DAAF889BA19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4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772E967-DE5A-9F9D-7BF3-C4AAEAA63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37955E87-2150-58D7-97A1-0170618FE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A616367-44AC-0EC7-3603-00E58F29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7D9EF3-8D5F-663C-DC2D-A612D52C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66D59AE-2081-449D-F8E9-C072500C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6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3A5E891-A64F-C701-40AE-0606B896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529E01F-335C-A889-D6F5-03BDFB2B9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6C45562-F47D-6F81-7FA1-7BC29EF0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2973687-9395-B369-D93E-F3F8776C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2E13965-5532-29ED-9517-75C09B32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38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2CA4D91-7275-719B-23A7-55C5815B7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74D87F5-2F0A-06E1-0DA7-96879C2D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B48E374-46B6-CCE3-CC9D-315EA8BA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3E97C30-EDB8-E749-E252-1B79D7B0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742BC14-8A87-4732-3745-5A5198DB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47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A955118-2A5A-C78C-4F0A-A1AC2521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2A7BED5-9013-2FE8-8F7F-86DAB7E7B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FDCCAA3-128B-E72F-9ED0-7D229697D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91587D2-615E-4CA8-A641-1DBFCEA1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E3C6915-081D-F41F-81A2-A88E2862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545741F-4A1C-AC7C-AFF4-A60A19C7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19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EEEB3B-84A2-B372-8CDB-35D953D8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7D40177-A813-837E-DF12-1F2F89CE5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014A9117-0465-C2FC-A6F2-1590229B8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7DA127-3F89-9D42-1C77-FAF038FB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07D693EB-11AD-5903-5108-59FBE9DA1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5A0CDFBB-9F50-63AB-C1DB-9A04C8CD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83F6029D-7A0F-9606-2D12-994ECDD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9D2E27D-8BC2-79B1-65EB-7E1B8C70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36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BF5507-3ACB-EBCE-75C2-726B6117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AD6540DD-8E33-A37A-6C64-3DF1ECF6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839C13A8-4F0E-EA76-CF02-44B248DE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E6105FDF-C14E-0879-28ED-4655CC41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91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4E4DD4B-571D-CA6B-71CB-CBAB4766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BCB81D0F-C48E-596C-25A9-46B9BD85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FA8918C-DF67-6ECD-7E68-3E32649E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2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04B64F6-731E-31E7-E026-AA130E91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7377144-91CE-6984-C731-04E8735C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49D7BE8C-AE16-4467-32F9-523034916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0BF971-1B83-DD86-5F1A-FCFF2B0E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347CDB14-902F-46B8-1E91-810B095E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A0807EC-5792-45C6-1100-756B85AC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25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3F06007-B117-8624-02BC-955FB07A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60CF3C7-1DAC-F3EA-5DAD-A4DA199D1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CFCEF62-7ABC-BB36-012C-1F6B953C3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B3226D3-5E86-8234-0EE8-D9959D21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ECC1480-BF4A-CB94-558B-27971025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9FA2316-08DE-EF5B-2DF7-39949CF6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28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337E25B-DF58-B4BE-9146-93CB813F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CD5891E8-E900-9B08-AAC2-577F7FE67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19ECC70-C585-DC31-9FE2-F1790CB9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86D9065-FE6C-CE40-2E18-25B38C0F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762FB6-00C9-7F72-579A-32667C2F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64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F73909FB-BE58-B117-0898-D35CE0861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4F55CADF-37FC-D5CA-036B-CB5DD5E13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77F350F-8866-E6BD-AF08-7B19CA7C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F29E48-1631-20C0-5522-E447E66C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4512FC9-49BC-504A-7620-B51411CB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41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B65180E-AB0D-92B7-3149-B3DC33E3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73A0226-9D3B-2991-8713-63236B5C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75BF82B-F639-BF45-0D0D-A7D86F977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40CD7-5471-4E84-B2B4-67D70EFC6ECB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5AFC37E-DB73-C549-CA87-A082DF251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B5BBFDC-B873-7BAE-50DA-A33A89765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CD4CA-2A01-4999-8EA5-FA04FD244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553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xmlns="" id="{A42E167A-FB53-6A10-C904-7773C95FE2CB}"/>
              </a:ext>
            </a:extLst>
          </p:cNvPr>
          <p:cNvCxnSpPr>
            <a:cxnSpLocks/>
            <a:stCxn id="30" idx="6"/>
            <a:endCxn id="64" idx="1"/>
          </p:cNvCxnSpPr>
          <p:nvPr/>
        </p:nvCxnSpPr>
        <p:spPr>
          <a:xfrm>
            <a:off x="1799520" y="1430783"/>
            <a:ext cx="2256395" cy="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xmlns="" id="{DDC149B9-464D-B56F-181E-20E93A9B13C9}"/>
              </a:ext>
            </a:extLst>
          </p:cNvPr>
          <p:cNvCxnSpPr>
            <a:cxnSpLocks/>
            <a:stCxn id="8" idx="6"/>
            <a:endCxn id="182" idx="1"/>
          </p:cNvCxnSpPr>
          <p:nvPr/>
        </p:nvCxnSpPr>
        <p:spPr>
          <a:xfrm>
            <a:off x="1799520" y="2214378"/>
            <a:ext cx="2256395" cy="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xmlns="" id="{40D756E6-6378-6294-04D2-E6085652EA3A}"/>
              </a:ext>
            </a:extLst>
          </p:cNvPr>
          <p:cNvCxnSpPr>
            <a:cxnSpLocks/>
            <a:stCxn id="10" idx="6"/>
            <a:endCxn id="193" idx="1"/>
          </p:cNvCxnSpPr>
          <p:nvPr/>
        </p:nvCxnSpPr>
        <p:spPr>
          <a:xfrm>
            <a:off x="1799520" y="2995973"/>
            <a:ext cx="2256395" cy="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xmlns="" id="{10F4B916-68AD-C06C-6307-511C8602BC65}"/>
              </a:ext>
            </a:extLst>
          </p:cNvPr>
          <p:cNvCxnSpPr>
            <a:cxnSpLocks/>
            <a:stCxn id="13" idx="6"/>
            <a:endCxn id="84" idx="1"/>
          </p:cNvCxnSpPr>
          <p:nvPr/>
        </p:nvCxnSpPr>
        <p:spPr>
          <a:xfrm>
            <a:off x="1799520" y="4284496"/>
            <a:ext cx="2256395" cy="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xmlns="" id="{A91CC39C-6EF9-E7DB-188E-299F7A90078C}"/>
              </a:ext>
            </a:extLst>
          </p:cNvPr>
          <p:cNvCxnSpPr>
            <a:cxnSpLocks/>
            <a:stCxn id="30" idx="6"/>
            <a:endCxn id="182" idx="1"/>
          </p:cNvCxnSpPr>
          <p:nvPr/>
        </p:nvCxnSpPr>
        <p:spPr>
          <a:xfrm>
            <a:off x="1799520" y="1430783"/>
            <a:ext cx="2256395" cy="783595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xmlns="" id="{66DDC830-DE43-08F3-7626-F1860D000ACC}"/>
              </a:ext>
            </a:extLst>
          </p:cNvPr>
          <p:cNvCxnSpPr>
            <a:cxnSpLocks/>
            <a:stCxn id="30" idx="6"/>
            <a:endCxn id="193" idx="1"/>
          </p:cNvCxnSpPr>
          <p:nvPr/>
        </p:nvCxnSpPr>
        <p:spPr>
          <a:xfrm>
            <a:off x="1799520" y="1430783"/>
            <a:ext cx="2256395" cy="156519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xmlns="" id="{2C7A1FCE-8A35-D821-B455-93EF7A4BD9BF}"/>
              </a:ext>
            </a:extLst>
          </p:cNvPr>
          <p:cNvCxnSpPr>
            <a:cxnSpLocks/>
            <a:stCxn id="30" idx="6"/>
            <a:endCxn id="84" idx="1"/>
          </p:cNvCxnSpPr>
          <p:nvPr/>
        </p:nvCxnSpPr>
        <p:spPr>
          <a:xfrm>
            <a:off x="1799520" y="1430783"/>
            <a:ext cx="2256395" cy="2853713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xmlns="" id="{42AEE04B-EA20-2A2B-995B-EAE72BED5699}"/>
              </a:ext>
            </a:extLst>
          </p:cNvPr>
          <p:cNvCxnSpPr>
            <a:cxnSpLocks/>
            <a:stCxn id="8" idx="6"/>
            <a:endCxn id="193" idx="1"/>
          </p:cNvCxnSpPr>
          <p:nvPr/>
        </p:nvCxnSpPr>
        <p:spPr>
          <a:xfrm>
            <a:off x="1799520" y="2214378"/>
            <a:ext cx="2256395" cy="781595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xmlns="" id="{DB0A7D62-9507-F9CE-76B0-32C0FFD31A85}"/>
              </a:ext>
            </a:extLst>
          </p:cNvPr>
          <p:cNvCxnSpPr>
            <a:cxnSpLocks/>
            <a:stCxn id="8" idx="6"/>
            <a:endCxn id="84" idx="1"/>
          </p:cNvCxnSpPr>
          <p:nvPr/>
        </p:nvCxnSpPr>
        <p:spPr>
          <a:xfrm>
            <a:off x="1799520" y="2214378"/>
            <a:ext cx="2256395" cy="2070118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xmlns="" id="{10759D23-B132-1729-6E03-0A78B6F4A4AF}"/>
              </a:ext>
            </a:extLst>
          </p:cNvPr>
          <p:cNvCxnSpPr>
            <a:cxnSpLocks/>
            <a:stCxn id="8" idx="6"/>
            <a:endCxn id="64" idx="1"/>
          </p:cNvCxnSpPr>
          <p:nvPr/>
        </p:nvCxnSpPr>
        <p:spPr>
          <a:xfrm flipV="1">
            <a:off x="1799520" y="1430783"/>
            <a:ext cx="2256395" cy="783595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xmlns="" id="{3C69B68C-09B6-E409-64BB-C26B593FF359}"/>
              </a:ext>
            </a:extLst>
          </p:cNvPr>
          <p:cNvCxnSpPr>
            <a:cxnSpLocks/>
            <a:stCxn id="10" idx="6"/>
            <a:endCxn id="64" idx="1"/>
          </p:cNvCxnSpPr>
          <p:nvPr/>
        </p:nvCxnSpPr>
        <p:spPr>
          <a:xfrm flipV="1">
            <a:off x="1799520" y="1430783"/>
            <a:ext cx="2256395" cy="1565190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xmlns="" id="{282BCD07-7130-ED19-E15D-B7103217D685}"/>
              </a:ext>
            </a:extLst>
          </p:cNvPr>
          <p:cNvCxnSpPr>
            <a:cxnSpLocks/>
            <a:stCxn id="10" idx="6"/>
            <a:endCxn id="182" idx="1"/>
          </p:cNvCxnSpPr>
          <p:nvPr/>
        </p:nvCxnSpPr>
        <p:spPr>
          <a:xfrm flipV="1">
            <a:off x="1799520" y="2214378"/>
            <a:ext cx="2256395" cy="781595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xmlns="" id="{CF79EE55-E7A3-4434-52BE-0F6D1C1497D5}"/>
              </a:ext>
            </a:extLst>
          </p:cNvPr>
          <p:cNvCxnSpPr>
            <a:cxnSpLocks/>
            <a:stCxn id="10" idx="6"/>
            <a:endCxn id="84" idx="1"/>
          </p:cNvCxnSpPr>
          <p:nvPr/>
        </p:nvCxnSpPr>
        <p:spPr>
          <a:xfrm>
            <a:off x="1799520" y="2995973"/>
            <a:ext cx="2256395" cy="1288523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xmlns="" id="{A08BF6F5-70C0-A860-61D9-D087FB018F40}"/>
              </a:ext>
            </a:extLst>
          </p:cNvPr>
          <p:cNvCxnSpPr>
            <a:cxnSpLocks/>
            <a:stCxn id="13" idx="6"/>
            <a:endCxn id="193" idx="1"/>
          </p:cNvCxnSpPr>
          <p:nvPr/>
        </p:nvCxnSpPr>
        <p:spPr>
          <a:xfrm flipV="1">
            <a:off x="1799520" y="2995973"/>
            <a:ext cx="2256395" cy="1288523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xmlns="" id="{249EF7C7-4935-A7B7-2CD3-1003CFEA0D0E}"/>
              </a:ext>
            </a:extLst>
          </p:cNvPr>
          <p:cNvCxnSpPr>
            <a:cxnSpLocks/>
            <a:stCxn id="13" idx="6"/>
            <a:endCxn id="182" idx="1"/>
          </p:cNvCxnSpPr>
          <p:nvPr/>
        </p:nvCxnSpPr>
        <p:spPr>
          <a:xfrm flipV="1">
            <a:off x="1799520" y="2214378"/>
            <a:ext cx="2256395" cy="2070118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xmlns="" id="{A051D475-BBFB-70E8-E142-B6A26535C20D}"/>
              </a:ext>
            </a:extLst>
          </p:cNvPr>
          <p:cNvCxnSpPr>
            <a:cxnSpLocks/>
            <a:stCxn id="13" idx="6"/>
            <a:endCxn id="64" idx="1"/>
          </p:cNvCxnSpPr>
          <p:nvPr/>
        </p:nvCxnSpPr>
        <p:spPr>
          <a:xfrm flipV="1">
            <a:off x="1799520" y="1430783"/>
            <a:ext cx="2256395" cy="2853713"/>
          </a:xfrm>
          <a:prstGeom prst="line">
            <a:avLst/>
          </a:prstGeom>
          <a:ln w="15875">
            <a:gradFill>
              <a:gsLst>
                <a:gs pos="0">
                  <a:schemeClr val="bg2">
                    <a:lumMod val="75000"/>
                    <a:alpha val="82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xmlns="" id="{9DC24D8D-CA5C-E9F8-B865-AB676C07EF83}"/>
              </a:ext>
            </a:extLst>
          </p:cNvPr>
          <p:cNvCxnSpPr>
            <a:cxnSpLocks/>
            <a:stCxn id="139" idx="3"/>
            <a:endCxn id="18" idx="2"/>
          </p:cNvCxnSpPr>
          <p:nvPr/>
        </p:nvCxnSpPr>
        <p:spPr>
          <a:xfrm>
            <a:off x="8017090" y="1430783"/>
            <a:ext cx="1501996" cy="1288926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6">
                    <a:lumMod val="75000"/>
                    <a:alpha val="50000"/>
                  </a:schemeClr>
                </a:gs>
                <a:gs pos="100000">
                  <a:srgbClr val="BF9000">
                    <a:alpha val="47000"/>
                  </a:srgb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xmlns="" id="{72786837-B6D6-5EB5-1B2B-53B81D0A0086}"/>
              </a:ext>
            </a:extLst>
          </p:cNvPr>
          <p:cNvCxnSpPr>
            <a:cxnSpLocks/>
            <a:stCxn id="208" idx="3"/>
            <a:endCxn id="18" idx="2"/>
          </p:cNvCxnSpPr>
          <p:nvPr/>
        </p:nvCxnSpPr>
        <p:spPr>
          <a:xfrm>
            <a:off x="8017090" y="2214378"/>
            <a:ext cx="1501996" cy="50533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6">
                    <a:lumMod val="75000"/>
                    <a:alpha val="50000"/>
                  </a:schemeClr>
                </a:gs>
                <a:gs pos="100000">
                  <a:srgbClr val="BF9000">
                    <a:alpha val="47000"/>
                  </a:srgb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xmlns="" id="{0F63CB84-1A3F-9A76-5F3A-2FE706E3C350}"/>
              </a:ext>
            </a:extLst>
          </p:cNvPr>
          <p:cNvCxnSpPr>
            <a:cxnSpLocks/>
            <a:stCxn id="213" idx="3"/>
            <a:endCxn id="18" idx="2"/>
          </p:cNvCxnSpPr>
          <p:nvPr/>
        </p:nvCxnSpPr>
        <p:spPr>
          <a:xfrm flipV="1">
            <a:off x="8017090" y="2719709"/>
            <a:ext cx="1501996" cy="276264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6">
                    <a:lumMod val="75000"/>
                    <a:alpha val="50000"/>
                  </a:schemeClr>
                </a:gs>
                <a:gs pos="100000">
                  <a:srgbClr val="BF9000">
                    <a:alpha val="47000"/>
                  </a:srgb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>
            <a:extLst>
              <a:ext uri="{FF2B5EF4-FFF2-40B4-BE49-F238E27FC236}">
                <a16:creationId xmlns:a16="http://schemas.microsoft.com/office/drawing/2014/main" xmlns="" id="{AC42CD66-A39A-831C-1E0F-B5CD9E37DE81}"/>
              </a:ext>
            </a:extLst>
          </p:cNvPr>
          <p:cNvCxnSpPr>
            <a:cxnSpLocks/>
            <a:stCxn id="154" idx="3"/>
            <a:endCxn id="18" idx="2"/>
          </p:cNvCxnSpPr>
          <p:nvPr/>
        </p:nvCxnSpPr>
        <p:spPr>
          <a:xfrm flipV="1">
            <a:off x="8017090" y="2719709"/>
            <a:ext cx="1501996" cy="1564787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6">
                    <a:lumMod val="75000"/>
                    <a:alpha val="50000"/>
                  </a:schemeClr>
                </a:gs>
                <a:gs pos="100000">
                  <a:srgbClr val="BF9000">
                    <a:alpha val="47000"/>
                  </a:srgb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직선 연결선 337">
            <a:extLst>
              <a:ext uri="{FF2B5EF4-FFF2-40B4-BE49-F238E27FC236}">
                <a16:creationId xmlns:a16="http://schemas.microsoft.com/office/drawing/2014/main" xmlns="" id="{F3ED40A3-A2C9-928A-9C9A-93378CE47E75}"/>
              </a:ext>
            </a:extLst>
          </p:cNvPr>
          <p:cNvCxnSpPr>
            <a:cxnSpLocks/>
            <a:stCxn id="93" idx="3"/>
            <a:endCxn id="139" idx="1"/>
          </p:cNvCxnSpPr>
          <p:nvPr/>
        </p:nvCxnSpPr>
        <p:spPr>
          <a:xfrm>
            <a:off x="6411805" y="1430783"/>
            <a:ext cx="926015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xmlns="" id="{54A25967-7D73-A6ED-DBEC-CFB2D929D28B}"/>
              </a:ext>
            </a:extLst>
          </p:cNvPr>
          <p:cNvCxnSpPr>
            <a:cxnSpLocks/>
            <a:stCxn id="93" idx="3"/>
            <a:endCxn id="208" idx="1"/>
          </p:cNvCxnSpPr>
          <p:nvPr/>
        </p:nvCxnSpPr>
        <p:spPr>
          <a:xfrm>
            <a:off x="6411805" y="1430783"/>
            <a:ext cx="926015" cy="783595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xmlns="" id="{6B5D31B8-AC60-5749-309F-89164F839A35}"/>
              </a:ext>
            </a:extLst>
          </p:cNvPr>
          <p:cNvCxnSpPr>
            <a:cxnSpLocks/>
            <a:stCxn id="93" idx="3"/>
            <a:endCxn id="213" idx="1"/>
          </p:cNvCxnSpPr>
          <p:nvPr/>
        </p:nvCxnSpPr>
        <p:spPr>
          <a:xfrm>
            <a:off x="6411805" y="1430783"/>
            <a:ext cx="926015" cy="156519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xmlns="" id="{18992EBD-737D-AC3A-750D-D38FBD7259C7}"/>
              </a:ext>
            </a:extLst>
          </p:cNvPr>
          <p:cNvCxnSpPr>
            <a:cxnSpLocks/>
            <a:stCxn id="93" idx="3"/>
            <a:endCxn id="154" idx="1"/>
          </p:cNvCxnSpPr>
          <p:nvPr/>
        </p:nvCxnSpPr>
        <p:spPr>
          <a:xfrm>
            <a:off x="6411805" y="1430783"/>
            <a:ext cx="926015" cy="2853713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xmlns="" id="{EAAEA61A-1277-0F72-F53C-E61B1AB95A32}"/>
              </a:ext>
            </a:extLst>
          </p:cNvPr>
          <p:cNvCxnSpPr>
            <a:cxnSpLocks/>
            <a:stCxn id="187" idx="3"/>
            <a:endCxn id="208" idx="1"/>
          </p:cNvCxnSpPr>
          <p:nvPr/>
        </p:nvCxnSpPr>
        <p:spPr>
          <a:xfrm>
            <a:off x="6411805" y="2214378"/>
            <a:ext cx="926015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xmlns="" id="{6FE819F3-D344-B7B1-8AEC-D3406890DAD5}"/>
              </a:ext>
            </a:extLst>
          </p:cNvPr>
          <p:cNvCxnSpPr>
            <a:cxnSpLocks/>
            <a:stCxn id="187" idx="3"/>
            <a:endCxn id="139" idx="1"/>
          </p:cNvCxnSpPr>
          <p:nvPr/>
        </p:nvCxnSpPr>
        <p:spPr>
          <a:xfrm flipV="1">
            <a:off x="6411805" y="1430783"/>
            <a:ext cx="926015" cy="783595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>
            <a:extLst>
              <a:ext uri="{FF2B5EF4-FFF2-40B4-BE49-F238E27FC236}">
                <a16:creationId xmlns:a16="http://schemas.microsoft.com/office/drawing/2014/main" xmlns="" id="{801D9721-4655-F5E4-6785-D68F306ACD65}"/>
              </a:ext>
            </a:extLst>
          </p:cNvPr>
          <p:cNvCxnSpPr>
            <a:cxnSpLocks/>
            <a:stCxn id="187" idx="3"/>
            <a:endCxn id="213" idx="1"/>
          </p:cNvCxnSpPr>
          <p:nvPr/>
        </p:nvCxnSpPr>
        <p:spPr>
          <a:xfrm>
            <a:off x="6411805" y="2214378"/>
            <a:ext cx="926015" cy="781595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>
            <a:extLst>
              <a:ext uri="{FF2B5EF4-FFF2-40B4-BE49-F238E27FC236}">
                <a16:creationId xmlns:a16="http://schemas.microsoft.com/office/drawing/2014/main" xmlns="" id="{7915DE42-C395-0F45-CF0E-DA8B9A270AF4}"/>
              </a:ext>
            </a:extLst>
          </p:cNvPr>
          <p:cNvCxnSpPr>
            <a:cxnSpLocks/>
            <a:stCxn id="187" idx="3"/>
            <a:endCxn id="154" idx="1"/>
          </p:cNvCxnSpPr>
          <p:nvPr/>
        </p:nvCxnSpPr>
        <p:spPr>
          <a:xfrm>
            <a:off x="6411805" y="2214378"/>
            <a:ext cx="926015" cy="2070118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직선 연결선 364">
            <a:extLst>
              <a:ext uri="{FF2B5EF4-FFF2-40B4-BE49-F238E27FC236}">
                <a16:creationId xmlns:a16="http://schemas.microsoft.com/office/drawing/2014/main" xmlns="" id="{612735CF-252F-FBE1-1C95-4EEE4DD2D374}"/>
              </a:ext>
            </a:extLst>
          </p:cNvPr>
          <p:cNvCxnSpPr>
            <a:cxnSpLocks/>
            <a:stCxn id="198" idx="3"/>
            <a:endCxn id="213" idx="1"/>
          </p:cNvCxnSpPr>
          <p:nvPr/>
        </p:nvCxnSpPr>
        <p:spPr>
          <a:xfrm>
            <a:off x="6411805" y="2995973"/>
            <a:ext cx="926015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직선 연결선 367">
            <a:extLst>
              <a:ext uri="{FF2B5EF4-FFF2-40B4-BE49-F238E27FC236}">
                <a16:creationId xmlns:a16="http://schemas.microsoft.com/office/drawing/2014/main" xmlns="" id="{04781D1B-7F4A-C924-455E-3765D4205459}"/>
              </a:ext>
            </a:extLst>
          </p:cNvPr>
          <p:cNvCxnSpPr>
            <a:cxnSpLocks/>
            <a:stCxn id="198" idx="3"/>
            <a:endCxn id="208" idx="1"/>
          </p:cNvCxnSpPr>
          <p:nvPr/>
        </p:nvCxnSpPr>
        <p:spPr>
          <a:xfrm flipV="1">
            <a:off x="6411805" y="2214378"/>
            <a:ext cx="926015" cy="781595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xmlns="" id="{6192042C-A31C-7512-9BEF-772E53243797}"/>
              </a:ext>
            </a:extLst>
          </p:cNvPr>
          <p:cNvCxnSpPr>
            <a:cxnSpLocks/>
            <a:stCxn id="198" idx="3"/>
            <a:endCxn id="139" idx="1"/>
          </p:cNvCxnSpPr>
          <p:nvPr/>
        </p:nvCxnSpPr>
        <p:spPr>
          <a:xfrm flipV="1">
            <a:off x="6411805" y="1430783"/>
            <a:ext cx="926015" cy="156519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xmlns="" id="{92EDF606-6A0D-240A-4E2A-DEEA1AC99C41}"/>
              </a:ext>
            </a:extLst>
          </p:cNvPr>
          <p:cNvCxnSpPr>
            <a:cxnSpLocks/>
            <a:stCxn id="108" idx="3"/>
            <a:endCxn id="154" idx="1"/>
          </p:cNvCxnSpPr>
          <p:nvPr/>
        </p:nvCxnSpPr>
        <p:spPr>
          <a:xfrm>
            <a:off x="6411805" y="4284496"/>
            <a:ext cx="926015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xmlns="" id="{D1564F78-7CCF-DA66-76E7-4A3223519D26}"/>
              </a:ext>
            </a:extLst>
          </p:cNvPr>
          <p:cNvCxnSpPr>
            <a:cxnSpLocks/>
            <a:stCxn id="108" idx="3"/>
            <a:endCxn id="213" idx="1"/>
          </p:cNvCxnSpPr>
          <p:nvPr/>
        </p:nvCxnSpPr>
        <p:spPr>
          <a:xfrm flipV="1">
            <a:off x="6411805" y="2995973"/>
            <a:ext cx="926015" cy="1288523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xmlns="" id="{4947A617-0B0A-0172-7043-2377EB5E50FC}"/>
              </a:ext>
            </a:extLst>
          </p:cNvPr>
          <p:cNvCxnSpPr>
            <a:cxnSpLocks/>
            <a:stCxn id="108" idx="3"/>
            <a:endCxn id="208" idx="1"/>
          </p:cNvCxnSpPr>
          <p:nvPr/>
        </p:nvCxnSpPr>
        <p:spPr>
          <a:xfrm flipV="1">
            <a:off x="6411805" y="2214378"/>
            <a:ext cx="926015" cy="2070118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xmlns="" id="{071CD6BE-A4CD-25E8-19E1-6A9E7D7D7A17}"/>
              </a:ext>
            </a:extLst>
          </p:cNvPr>
          <p:cNvCxnSpPr>
            <a:cxnSpLocks/>
            <a:stCxn id="108" idx="3"/>
            <a:endCxn id="139" idx="1"/>
          </p:cNvCxnSpPr>
          <p:nvPr/>
        </p:nvCxnSpPr>
        <p:spPr>
          <a:xfrm flipV="1">
            <a:off x="6411805" y="1430783"/>
            <a:ext cx="926015" cy="2853713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xmlns="" id="{FE0BB1DB-E2D9-2AAE-540A-455F3DC0C70D}"/>
              </a:ext>
            </a:extLst>
          </p:cNvPr>
          <p:cNvCxnSpPr>
            <a:cxnSpLocks/>
            <a:stCxn id="198" idx="3"/>
            <a:endCxn id="154" idx="1"/>
          </p:cNvCxnSpPr>
          <p:nvPr/>
        </p:nvCxnSpPr>
        <p:spPr>
          <a:xfrm>
            <a:off x="6411805" y="2995973"/>
            <a:ext cx="926015" cy="1288523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50000"/>
                    <a:lumMod val="60000"/>
                    <a:lumOff val="40000"/>
                  </a:schemeClr>
                </a:gs>
                <a:gs pos="100000">
                  <a:schemeClr val="accent6">
                    <a:alpha val="50000"/>
                    <a:lumMod val="75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직선 연결선 403">
            <a:extLst>
              <a:ext uri="{FF2B5EF4-FFF2-40B4-BE49-F238E27FC236}">
                <a16:creationId xmlns:a16="http://schemas.microsoft.com/office/drawing/2014/main" xmlns="" id="{8C2A9083-214D-337F-610F-75800408EF48}"/>
              </a:ext>
            </a:extLst>
          </p:cNvPr>
          <p:cNvCxnSpPr>
            <a:cxnSpLocks/>
            <a:stCxn id="84" idx="3"/>
            <a:endCxn id="108" idx="1"/>
          </p:cNvCxnSpPr>
          <p:nvPr/>
        </p:nvCxnSpPr>
        <p:spPr>
          <a:xfrm>
            <a:off x="4735185" y="4284496"/>
            <a:ext cx="997350" cy="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xmlns="" id="{2A007D60-0647-6D4B-9126-D69708B6A361}"/>
              </a:ext>
            </a:extLst>
          </p:cNvPr>
          <p:cNvCxnSpPr>
            <a:cxnSpLocks/>
            <a:stCxn id="84" idx="3"/>
            <a:endCxn id="198" idx="1"/>
          </p:cNvCxnSpPr>
          <p:nvPr/>
        </p:nvCxnSpPr>
        <p:spPr>
          <a:xfrm flipV="1">
            <a:off x="4735185" y="2995973"/>
            <a:ext cx="997350" cy="1288523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>
            <a:extLst>
              <a:ext uri="{FF2B5EF4-FFF2-40B4-BE49-F238E27FC236}">
                <a16:creationId xmlns:a16="http://schemas.microsoft.com/office/drawing/2014/main" xmlns="" id="{E90E3AA4-F596-F156-7E90-263DA792601C}"/>
              </a:ext>
            </a:extLst>
          </p:cNvPr>
          <p:cNvCxnSpPr>
            <a:cxnSpLocks/>
            <a:stCxn id="84" idx="3"/>
            <a:endCxn id="187" idx="1"/>
          </p:cNvCxnSpPr>
          <p:nvPr/>
        </p:nvCxnSpPr>
        <p:spPr>
          <a:xfrm flipV="1">
            <a:off x="4735185" y="2214378"/>
            <a:ext cx="997350" cy="2070118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xmlns="" id="{FBC2047B-7B88-DC52-8C35-27FF6A73D17B}"/>
              </a:ext>
            </a:extLst>
          </p:cNvPr>
          <p:cNvCxnSpPr>
            <a:cxnSpLocks/>
            <a:stCxn id="84" idx="3"/>
            <a:endCxn id="93" idx="1"/>
          </p:cNvCxnSpPr>
          <p:nvPr/>
        </p:nvCxnSpPr>
        <p:spPr>
          <a:xfrm flipV="1">
            <a:off x="4735185" y="1430783"/>
            <a:ext cx="997350" cy="2853713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직선 연결선 416">
            <a:extLst>
              <a:ext uri="{FF2B5EF4-FFF2-40B4-BE49-F238E27FC236}">
                <a16:creationId xmlns:a16="http://schemas.microsoft.com/office/drawing/2014/main" xmlns="" id="{6A9B85B9-7BA0-78F8-B335-652C1D555171}"/>
              </a:ext>
            </a:extLst>
          </p:cNvPr>
          <p:cNvCxnSpPr>
            <a:cxnSpLocks/>
            <a:stCxn id="193" idx="3"/>
            <a:endCxn id="198" idx="1"/>
          </p:cNvCxnSpPr>
          <p:nvPr/>
        </p:nvCxnSpPr>
        <p:spPr>
          <a:xfrm>
            <a:off x="4735185" y="2995973"/>
            <a:ext cx="997350" cy="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직선 연결선 417">
            <a:extLst>
              <a:ext uri="{FF2B5EF4-FFF2-40B4-BE49-F238E27FC236}">
                <a16:creationId xmlns:a16="http://schemas.microsoft.com/office/drawing/2014/main" xmlns="" id="{D7748C92-BC0A-EA38-2951-A55FD6240301}"/>
              </a:ext>
            </a:extLst>
          </p:cNvPr>
          <p:cNvCxnSpPr>
            <a:cxnSpLocks/>
            <a:stCxn id="193" idx="3"/>
            <a:endCxn id="108" idx="1"/>
          </p:cNvCxnSpPr>
          <p:nvPr/>
        </p:nvCxnSpPr>
        <p:spPr>
          <a:xfrm>
            <a:off x="4735185" y="2995973"/>
            <a:ext cx="997350" cy="1288523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직선 연결선 418">
            <a:extLst>
              <a:ext uri="{FF2B5EF4-FFF2-40B4-BE49-F238E27FC236}">
                <a16:creationId xmlns:a16="http://schemas.microsoft.com/office/drawing/2014/main" xmlns="" id="{02E20F53-9885-8F31-197D-8BE440D2B6C6}"/>
              </a:ext>
            </a:extLst>
          </p:cNvPr>
          <p:cNvCxnSpPr>
            <a:cxnSpLocks/>
            <a:stCxn id="193" idx="3"/>
            <a:endCxn id="187" idx="1"/>
          </p:cNvCxnSpPr>
          <p:nvPr/>
        </p:nvCxnSpPr>
        <p:spPr>
          <a:xfrm flipV="1">
            <a:off x="4735185" y="2214378"/>
            <a:ext cx="997350" cy="781595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>
            <a:extLst>
              <a:ext uri="{FF2B5EF4-FFF2-40B4-BE49-F238E27FC236}">
                <a16:creationId xmlns:a16="http://schemas.microsoft.com/office/drawing/2014/main" xmlns="" id="{85769270-1FEC-1374-1567-3BBA1F490105}"/>
              </a:ext>
            </a:extLst>
          </p:cNvPr>
          <p:cNvCxnSpPr>
            <a:cxnSpLocks/>
            <a:stCxn id="193" idx="3"/>
            <a:endCxn id="93" idx="1"/>
          </p:cNvCxnSpPr>
          <p:nvPr/>
        </p:nvCxnSpPr>
        <p:spPr>
          <a:xfrm flipV="1">
            <a:off x="4735185" y="1430783"/>
            <a:ext cx="997350" cy="156519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>
            <a:extLst>
              <a:ext uri="{FF2B5EF4-FFF2-40B4-BE49-F238E27FC236}">
                <a16:creationId xmlns:a16="http://schemas.microsoft.com/office/drawing/2014/main" xmlns="" id="{CD57A841-37AC-A64B-C9DA-9B9EB591142B}"/>
              </a:ext>
            </a:extLst>
          </p:cNvPr>
          <p:cNvCxnSpPr>
            <a:cxnSpLocks/>
            <a:stCxn id="182" idx="3"/>
            <a:endCxn id="187" idx="1"/>
          </p:cNvCxnSpPr>
          <p:nvPr/>
        </p:nvCxnSpPr>
        <p:spPr>
          <a:xfrm>
            <a:off x="4735185" y="2214378"/>
            <a:ext cx="997350" cy="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>
            <a:extLst>
              <a:ext uri="{FF2B5EF4-FFF2-40B4-BE49-F238E27FC236}">
                <a16:creationId xmlns:a16="http://schemas.microsoft.com/office/drawing/2014/main" xmlns="" id="{DCE6C3BC-6842-DE89-AE51-58B53DA232A5}"/>
              </a:ext>
            </a:extLst>
          </p:cNvPr>
          <p:cNvCxnSpPr>
            <a:cxnSpLocks/>
            <a:stCxn id="182" idx="3"/>
            <a:endCxn id="93" idx="1"/>
          </p:cNvCxnSpPr>
          <p:nvPr/>
        </p:nvCxnSpPr>
        <p:spPr>
          <a:xfrm flipV="1">
            <a:off x="4735185" y="1430783"/>
            <a:ext cx="997350" cy="783595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직선 연결선 435">
            <a:extLst>
              <a:ext uri="{FF2B5EF4-FFF2-40B4-BE49-F238E27FC236}">
                <a16:creationId xmlns:a16="http://schemas.microsoft.com/office/drawing/2014/main" xmlns="" id="{422A7424-491C-53F9-1DE2-A1F0045D038A}"/>
              </a:ext>
            </a:extLst>
          </p:cNvPr>
          <p:cNvCxnSpPr>
            <a:cxnSpLocks/>
            <a:stCxn id="182" idx="3"/>
            <a:endCxn id="198" idx="1"/>
          </p:cNvCxnSpPr>
          <p:nvPr/>
        </p:nvCxnSpPr>
        <p:spPr>
          <a:xfrm>
            <a:off x="4735185" y="2214378"/>
            <a:ext cx="997350" cy="781595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직선 연결선 436">
            <a:extLst>
              <a:ext uri="{FF2B5EF4-FFF2-40B4-BE49-F238E27FC236}">
                <a16:creationId xmlns:a16="http://schemas.microsoft.com/office/drawing/2014/main" xmlns="" id="{C6991646-3AD7-A400-8C7B-66C37AC6AF00}"/>
              </a:ext>
            </a:extLst>
          </p:cNvPr>
          <p:cNvCxnSpPr>
            <a:cxnSpLocks/>
            <a:stCxn id="182" idx="3"/>
            <a:endCxn id="108" idx="1"/>
          </p:cNvCxnSpPr>
          <p:nvPr/>
        </p:nvCxnSpPr>
        <p:spPr>
          <a:xfrm>
            <a:off x="4735185" y="2214378"/>
            <a:ext cx="997350" cy="2070118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직선 연결선 441">
            <a:extLst>
              <a:ext uri="{FF2B5EF4-FFF2-40B4-BE49-F238E27FC236}">
                <a16:creationId xmlns:a16="http://schemas.microsoft.com/office/drawing/2014/main" xmlns="" id="{3E8983D6-0448-C2BA-D2E3-A1CD52C7ED74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4735185" y="1430783"/>
            <a:ext cx="997350" cy="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xmlns="" id="{2778A0B4-9320-920D-57C0-5CBA32EDD5B0}"/>
              </a:ext>
            </a:extLst>
          </p:cNvPr>
          <p:cNvCxnSpPr>
            <a:cxnSpLocks/>
            <a:stCxn id="64" idx="3"/>
            <a:endCxn id="187" idx="1"/>
          </p:cNvCxnSpPr>
          <p:nvPr/>
        </p:nvCxnSpPr>
        <p:spPr>
          <a:xfrm>
            <a:off x="4735185" y="1430783"/>
            <a:ext cx="997350" cy="783595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직선 연결선 443">
            <a:extLst>
              <a:ext uri="{FF2B5EF4-FFF2-40B4-BE49-F238E27FC236}">
                <a16:creationId xmlns:a16="http://schemas.microsoft.com/office/drawing/2014/main" xmlns="" id="{B927D196-3B66-6606-0D8E-36FB04B70CFB}"/>
              </a:ext>
            </a:extLst>
          </p:cNvPr>
          <p:cNvCxnSpPr>
            <a:cxnSpLocks/>
            <a:stCxn id="64" idx="3"/>
            <a:endCxn id="198" idx="1"/>
          </p:cNvCxnSpPr>
          <p:nvPr/>
        </p:nvCxnSpPr>
        <p:spPr>
          <a:xfrm>
            <a:off x="4735185" y="1430783"/>
            <a:ext cx="997350" cy="1565190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직선 연결선 451">
            <a:extLst>
              <a:ext uri="{FF2B5EF4-FFF2-40B4-BE49-F238E27FC236}">
                <a16:creationId xmlns:a16="http://schemas.microsoft.com/office/drawing/2014/main" xmlns="" id="{0AB6EAC3-3CFD-109D-7C1F-61EAB42C2CCE}"/>
              </a:ext>
            </a:extLst>
          </p:cNvPr>
          <p:cNvCxnSpPr>
            <a:cxnSpLocks/>
            <a:stCxn id="64" idx="3"/>
            <a:endCxn id="108" idx="1"/>
          </p:cNvCxnSpPr>
          <p:nvPr/>
        </p:nvCxnSpPr>
        <p:spPr>
          <a:xfrm>
            <a:off x="4735185" y="1430783"/>
            <a:ext cx="997350" cy="2853713"/>
          </a:xfrm>
          <a:prstGeom prst="line">
            <a:avLst/>
          </a:prstGeom>
          <a:ln w="15875" cap="rnd" cmpd="sng">
            <a:gradFill>
              <a:gsLst>
                <a:gs pos="0">
                  <a:schemeClr val="accent1">
                    <a:lumMod val="100000"/>
                    <a:alpha val="50000"/>
                  </a:schemeClr>
                </a:gs>
                <a:gs pos="100000">
                  <a:schemeClr val="accent2">
                    <a:lumMod val="60000"/>
                    <a:lumOff val="40000"/>
                    <a:alpha val="50000"/>
                  </a:schemeClr>
                </a:gs>
              </a:gsLst>
              <a:lin ang="5400000" scaled="1"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61B0DDA-4C8B-8F90-5EB8-7E28DCBBE030}"/>
              </a:ext>
            </a:extLst>
          </p:cNvPr>
          <p:cNvSpPr txBox="1"/>
          <p:nvPr/>
        </p:nvSpPr>
        <p:spPr>
          <a:xfrm>
            <a:off x="704485" y="262110"/>
            <a:ext cx="154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9519086" y="2380074"/>
            <a:ext cx="679269" cy="679269"/>
            <a:chOff x="9519086" y="1923448"/>
            <a:chExt cx="679269" cy="67926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xmlns="" id="{E5D6AAAE-3CDB-40EC-806C-1957A8C28AAC}"/>
                </a:ext>
              </a:extLst>
            </p:cNvPr>
            <p:cNvSpPr/>
            <p:nvPr/>
          </p:nvSpPr>
          <p:spPr>
            <a:xfrm>
              <a:off x="9519086" y="1923448"/>
              <a:ext cx="679269" cy="67926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rgbClr val="8B737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xmlns="" id="{A8FD838F-FD55-7926-1B17-3494226EA3DF}"/>
                    </a:ext>
                  </a:extLst>
                </p:cNvPr>
                <p:cNvSpPr txBox="1"/>
                <p:nvPr/>
              </p:nvSpPr>
              <p:spPr>
                <a:xfrm>
                  <a:off x="9678019" y="2074327"/>
                  <a:ext cx="431074" cy="307777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sz="2000" i="1" smtClean="0">
                                <a:solidFill>
                                  <a:srgbClr val="B88C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i="1">
                                <a:solidFill>
                                  <a:srgbClr val="B88C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ko-KR" altLang="en-US" sz="2000" i="0" smtClean="0">
                                <a:solidFill>
                                  <a:srgbClr val="B88C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solidFill>
                      <a:srgbClr val="B88C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8FD838F-FD55-7926-1B17-3494226EA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019" y="2074327"/>
                  <a:ext cx="431074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74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C2AB1838-D097-1DAA-09B8-79487BCC96A4}"/>
              </a:ext>
            </a:extLst>
          </p:cNvPr>
          <p:cNvSpPr/>
          <p:nvPr/>
        </p:nvSpPr>
        <p:spPr>
          <a:xfrm>
            <a:off x="1120251" y="1874743"/>
            <a:ext cx="679269" cy="67926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5F309B57-DA74-3362-3A32-1673C2F8504D}"/>
                  </a:ext>
                </a:extLst>
              </p:cNvPr>
              <p:cNvSpPr txBox="1"/>
              <p:nvPr/>
            </p:nvSpPr>
            <p:spPr>
              <a:xfrm>
                <a:off x="1279184" y="2017090"/>
                <a:ext cx="431074" cy="30777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F309B57-DA74-3362-3A32-1673C2F85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84" y="2017090"/>
                <a:ext cx="431074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xmlns="" id="{3E3118CE-18F4-A274-8795-CAEEE14179E6}"/>
              </a:ext>
            </a:extLst>
          </p:cNvPr>
          <p:cNvSpPr/>
          <p:nvPr/>
        </p:nvSpPr>
        <p:spPr>
          <a:xfrm>
            <a:off x="1120251" y="2656338"/>
            <a:ext cx="679269" cy="67926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7D49960C-C4A9-A119-C6E7-6B804D0D801B}"/>
                  </a:ext>
                </a:extLst>
              </p:cNvPr>
              <p:cNvSpPr txBox="1"/>
              <p:nvPr/>
            </p:nvSpPr>
            <p:spPr>
              <a:xfrm>
                <a:off x="1279184" y="2792153"/>
                <a:ext cx="431074" cy="30777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D49960C-C4A9-A119-C6E7-6B804D0D8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84" y="2792153"/>
                <a:ext cx="431074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스크린샷, 원, 패턴, 다채로움이(가) 표시된 사진&#10;&#10;자동 생성된 설명">
            <a:extLst>
              <a:ext uri="{FF2B5EF4-FFF2-40B4-BE49-F238E27FC236}">
                <a16:creationId xmlns:a16="http://schemas.microsoft.com/office/drawing/2014/main" xmlns="" id="{4038858D-0C3F-4CBE-9A83-2323F9666C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1" t="42660" r="91813" b="41313"/>
          <a:stretch/>
        </p:blipFill>
        <p:spPr>
          <a:xfrm>
            <a:off x="1292991" y="3381965"/>
            <a:ext cx="302222" cy="575598"/>
          </a:xfrm>
          <a:prstGeom prst="rect">
            <a:avLst/>
          </a:prstGeom>
          <a:noFill/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xmlns="" id="{F870337F-315B-CFF4-C19B-D5D4AB1C5A68}"/>
              </a:ext>
            </a:extLst>
          </p:cNvPr>
          <p:cNvSpPr/>
          <p:nvPr/>
        </p:nvSpPr>
        <p:spPr>
          <a:xfrm>
            <a:off x="1120251" y="3944861"/>
            <a:ext cx="679269" cy="67926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FF7A6933-382C-58D6-C11C-1B1D3F310613}"/>
                  </a:ext>
                </a:extLst>
              </p:cNvPr>
              <p:cNvSpPr txBox="1"/>
              <p:nvPr/>
            </p:nvSpPr>
            <p:spPr>
              <a:xfrm>
                <a:off x="1262090" y="4089729"/>
                <a:ext cx="431074" cy="30777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F7A6933-382C-58D6-C11C-1B1D3F310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090" y="4089729"/>
                <a:ext cx="431074" cy="307777"/>
              </a:xfrm>
              <a:prstGeom prst="rect">
                <a:avLst/>
              </a:prstGeom>
              <a:blipFill rotWithShape="1">
                <a:blip r:embed="rId7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xmlns="" id="{7E37B585-64EA-7740-A47E-F8C75F43D5AE}"/>
              </a:ext>
            </a:extLst>
          </p:cNvPr>
          <p:cNvSpPr/>
          <p:nvPr/>
        </p:nvSpPr>
        <p:spPr>
          <a:xfrm>
            <a:off x="1120251" y="1091148"/>
            <a:ext cx="679269" cy="67926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54101B6F-2669-3471-F06E-581581394EC2}"/>
                  </a:ext>
                </a:extLst>
              </p:cNvPr>
              <p:cNvSpPr txBox="1"/>
              <p:nvPr/>
            </p:nvSpPr>
            <p:spPr>
              <a:xfrm>
                <a:off x="1279184" y="1236016"/>
                <a:ext cx="431074" cy="30777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4101B6F-2669-3471-F06E-581581394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84" y="1236016"/>
                <a:ext cx="431074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822D2FC9-7D3D-CEB2-32CF-EA213C0CD5DB}"/>
              </a:ext>
            </a:extLst>
          </p:cNvPr>
          <p:cNvSpPr txBox="1"/>
          <p:nvPr/>
        </p:nvSpPr>
        <p:spPr>
          <a:xfrm>
            <a:off x="8895632" y="262110"/>
            <a:ext cx="192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B88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grpSp>
        <p:nvGrpSpPr>
          <p:cNvPr id="551" name="그룹 550">
            <a:extLst>
              <a:ext uri="{FF2B5EF4-FFF2-40B4-BE49-F238E27FC236}">
                <a16:creationId xmlns:a16="http://schemas.microsoft.com/office/drawing/2014/main" xmlns="" id="{D28816A2-6454-D3F8-E9AA-F633547D3BAE}"/>
              </a:ext>
            </a:extLst>
          </p:cNvPr>
          <p:cNvGrpSpPr/>
          <p:nvPr/>
        </p:nvGrpSpPr>
        <p:grpSpPr>
          <a:xfrm>
            <a:off x="875126" y="662253"/>
            <a:ext cx="1203200" cy="4315698"/>
            <a:chOff x="1614446" y="1494553"/>
            <a:chExt cx="1203200" cy="431569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xmlns="" id="{57E80AEC-7F61-3D08-6F37-17D2FC2BC772}"/>
                </a:ext>
              </a:extLst>
            </p:cNvPr>
            <p:cNvSpPr/>
            <p:nvPr/>
          </p:nvSpPr>
          <p:spPr>
            <a:xfrm>
              <a:off x="1614446" y="1537367"/>
              <a:ext cx="1203200" cy="4272884"/>
            </a:xfrm>
            <a:prstGeom prst="rect">
              <a:avLst/>
            </a:prstGeom>
            <a:noFill/>
            <a:ln w="34925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B42C8251-AEA3-8CD6-585A-C5957B819D07}"/>
                </a:ext>
              </a:extLst>
            </p:cNvPr>
            <p:cNvSpPr txBox="1"/>
            <p:nvPr/>
          </p:nvSpPr>
          <p:spPr>
            <a:xfrm>
              <a:off x="1670378" y="1494553"/>
              <a:ext cx="2897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 smtClean="0">
                  <a:solidFill>
                    <a:schemeClr val="bg2">
                      <a:lumMod val="25000"/>
                    </a:schemeClr>
                  </a:solidFill>
                  <a:latin typeface="Cambria Math" panose="02040503050406030204" pitchFamily="18" charset="0"/>
                </a:rPr>
                <a:t>X</a:t>
              </a:r>
              <a:endParaRPr lang="ko-KR" altLang="en-US" sz="2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</a:endParaRPr>
            </a:p>
          </p:txBody>
        </p:sp>
      </p:grpSp>
      <p:grpSp>
        <p:nvGrpSpPr>
          <p:cNvPr id="550" name="그룹 549">
            <a:extLst>
              <a:ext uri="{FF2B5EF4-FFF2-40B4-BE49-F238E27FC236}">
                <a16:creationId xmlns:a16="http://schemas.microsoft.com/office/drawing/2014/main" xmlns="" id="{5CBD7BDF-5343-0387-3940-D882A53E8081}"/>
              </a:ext>
            </a:extLst>
          </p:cNvPr>
          <p:cNvGrpSpPr/>
          <p:nvPr/>
        </p:nvGrpSpPr>
        <p:grpSpPr>
          <a:xfrm>
            <a:off x="9260702" y="662253"/>
            <a:ext cx="1203200" cy="4315698"/>
            <a:chOff x="9260702" y="1494553"/>
            <a:chExt cx="1203200" cy="431569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xmlns="" id="{E8E52324-0494-D87A-C2E0-C807395511A4}"/>
                </a:ext>
              </a:extLst>
            </p:cNvPr>
            <p:cNvSpPr/>
            <p:nvPr/>
          </p:nvSpPr>
          <p:spPr>
            <a:xfrm>
              <a:off x="9260702" y="1537367"/>
              <a:ext cx="1203200" cy="4272884"/>
            </a:xfrm>
            <a:prstGeom prst="rect">
              <a:avLst/>
            </a:prstGeom>
            <a:noFill/>
            <a:ln w="34925">
              <a:solidFill>
                <a:srgbClr val="BF9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rgbClr val="BF90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602ABBA3-B887-CFEA-9DB8-306B1957ED0F}"/>
                </a:ext>
              </a:extLst>
            </p:cNvPr>
            <p:cNvSpPr txBox="1"/>
            <p:nvPr/>
          </p:nvSpPr>
          <p:spPr>
            <a:xfrm>
              <a:off x="9324452" y="1494553"/>
              <a:ext cx="2897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rgbClr val="B88C00"/>
                  </a:solidFill>
                  <a:latin typeface="Cambria Math" panose="02040503050406030204" pitchFamily="18" charset="0"/>
                </a:rPr>
                <a:t>Y</a:t>
              </a:r>
              <a:endParaRPr lang="ko-KR" altLang="en-US" sz="2800" dirty="0">
                <a:solidFill>
                  <a:srgbClr val="B88C00"/>
                </a:solidFill>
                <a:latin typeface="Cambria Math" panose="02040503050406030204" pitchFamily="18" charset="0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985E8257-F5BD-70F7-E4C2-83970FB723C4}"/>
              </a:ext>
            </a:extLst>
          </p:cNvPr>
          <p:cNvSpPr/>
          <p:nvPr/>
        </p:nvSpPr>
        <p:spPr>
          <a:xfrm>
            <a:off x="3547709" y="705067"/>
            <a:ext cx="4989710" cy="4272884"/>
          </a:xfrm>
          <a:prstGeom prst="rect">
            <a:avLst/>
          </a:prstGeom>
          <a:noFill/>
          <a:ln w="349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A819A40A-3B7A-0DD3-9592-F661525910FF}"/>
              </a:ext>
            </a:extLst>
          </p:cNvPr>
          <p:cNvSpPr txBox="1"/>
          <p:nvPr/>
        </p:nvSpPr>
        <p:spPr>
          <a:xfrm>
            <a:off x="3432055" y="262110"/>
            <a:ext cx="192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8E542AE7-D7E4-C8E7-AC57-AE6FD1F6632F}"/>
              </a:ext>
            </a:extLst>
          </p:cNvPr>
          <p:cNvSpPr/>
          <p:nvPr/>
        </p:nvSpPr>
        <p:spPr>
          <a:xfrm>
            <a:off x="3836333" y="957521"/>
            <a:ext cx="1113199" cy="378915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xmlns="" id="{0F0D8304-B83C-B5B2-B2FB-F7224775F935}"/>
              </a:ext>
            </a:extLst>
          </p:cNvPr>
          <p:cNvSpPr/>
          <p:nvPr/>
        </p:nvSpPr>
        <p:spPr>
          <a:xfrm>
            <a:off x="5477286" y="957521"/>
            <a:ext cx="1113199" cy="378915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xmlns="" id="{F8282E8F-8F8F-913D-A600-15A1027DB4B7}"/>
              </a:ext>
            </a:extLst>
          </p:cNvPr>
          <p:cNvSpPr/>
          <p:nvPr/>
        </p:nvSpPr>
        <p:spPr>
          <a:xfrm>
            <a:off x="7118238" y="957521"/>
            <a:ext cx="1113199" cy="378915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xmlns="" id="{DB3A9387-267A-4187-130B-6FE83C1A9E31}"/>
              </a:ext>
            </a:extLst>
          </p:cNvPr>
          <p:cNvSpPr/>
          <p:nvPr/>
        </p:nvSpPr>
        <p:spPr>
          <a:xfrm>
            <a:off x="4055915" y="3944861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xmlns="" id="{E12B7BF4-5385-8D69-B7C1-A90BCFED523D}"/>
              </a:ext>
            </a:extLst>
          </p:cNvPr>
          <p:cNvSpPr/>
          <p:nvPr/>
        </p:nvSpPr>
        <p:spPr>
          <a:xfrm>
            <a:off x="4055915" y="109114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xmlns="" id="{0F3EA05F-58D9-D54D-C3FE-7EA866D4826C}"/>
              </a:ext>
            </a:extLst>
          </p:cNvPr>
          <p:cNvSpPr/>
          <p:nvPr/>
        </p:nvSpPr>
        <p:spPr>
          <a:xfrm>
            <a:off x="4055915" y="1874743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xmlns="" id="{6CCF243F-1B6D-459C-AF10-66D248179857}"/>
              </a:ext>
            </a:extLst>
          </p:cNvPr>
          <p:cNvSpPr/>
          <p:nvPr/>
        </p:nvSpPr>
        <p:spPr>
          <a:xfrm>
            <a:off x="4055915" y="265633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531E1F25-A66A-4D0C-E313-D93CF08462F8}"/>
              </a:ext>
            </a:extLst>
          </p:cNvPr>
          <p:cNvSpPr txBox="1"/>
          <p:nvPr/>
        </p:nvSpPr>
        <p:spPr>
          <a:xfrm>
            <a:off x="4060151" y="404283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xmlns="" id="{DE6B148C-C133-E95B-F1E6-54F00AACC0F8}"/>
              </a:ext>
            </a:extLst>
          </p:cNvPr>
          <p:cNvCxnSpPr>
            <a:cxnSpLocks/>
          </p:cNvCxnSpPr>
          <p:nvPr/>
        </p:nvCxnSpPr>
        <p:spPr>
          <a:xfrm flipV="1">
            <a:off x="4395551" y="3944862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4D1765EE-454A-CD0A-F20B-B9C64B243E5D}"/>
              </a:ext>
            </a:extLst>
          </p:cNvPr>
          <p:cNvSpPr txBox="1"/>
          <p:nvPr/>
        </p:nvSpPr>
        <p:spPr>
          <a:xfrm>
            <a:off x="4459774" y="439163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</a:rPr>
              <a:t>256</a:t>
            </a:r>
            <a:endParaRPr lang="ko-KR" altLang="en-US" sz="1200" i="1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89" name="그림 88" descr="스크린샷, 원, 패턴, 다채로움이(가) 표시된 사진&#10;&#10;자동 생성된 설명">
            <a:extLst>
              <a:ext uri="{FF2B5EF4-FFF2-40B4-BE49-F238E27FC236}">
                <a16:creationId xmlns:a16="http://schemas.microsoft.com/office/drawing/2014/main" xmlns="" id="{4A608605-CA60-708E-03A6-670BCF13E08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1" t="42660" r="91813" b="41313"/>
          <a:stretch/>
        </p:blipFill>
        <p:spPr>
          <a:xfrm>
            <a:off x="4235262" y="3381965"/>
            <a:ext cx="302222" cy="575598"/>
          </a:xfrm>
          <a:prstGeom prst="rect">
            <a:avLst/>
          </a:prstGeom>
          <a:noFill/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0816EBB2-D5C7-93D6-4994-697B70E6A921}"/>
              </a:ext>
            </a:extLst>
          </p:cNvPr>
          <p:cNvSpPr txBox="1"/>
          <p:nvPr/>
        </p:nvSpPr>
        <p:spPr>
          <a:xfrm>
            <a:off x="4060151" y="118911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xmlns="" id="{2F2BAE1B-B6E8-2B22-55DA-AD7DC2C0BEAD}"/>
              </a:ext>
            </a:extLst>
          </p:cNvPr>
          <p:cNvCxnSpPr>
            <a:cxnSpLocks/>
          </p:cNvCxnSpPr>
          <p:nvPr/>
        </p:nvCxnSpPr>
        <p:spPr>
          <a:xfrm flipV="1">
            <a:off x="4395551" y="109114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1FA18A54-4962-AF9D-C634-0886F22685A9}"/>
              </a:ext>
            </a:extLst>
          </p:cNvPr>
          <p:cNvSpPr txBox="1"/>
          <p:nvPr/>
        </p:nvSpPr>
        <p:spPr>
          <a:xfrm>
            <a:off x="4519631" y="155156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ko-KR" altLang="en-US" sz="1080" i="1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xmlns="" id="{9B798B63-C3EA-37E2-AD67-A7F7389F9CC6}"/>
              </a:ext>
            </a:extLst>
          </p:cNvPr>
          <p:cNvSpPr txBox="1"/>
          <p:nvPr/>
        </p:nvSpPr>
        <p:spPr>
          <a:xfrm>
            <a:off x="4060151" y="197680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xmlns="" id="{8E92A300-11EB-23A2-0102-7993F298701B}"/>
              </a:ext>
            </a:extLst>
          </p:cNvPr>
          <p:cNvCxnSpPr>
            <a:cxnSpLocks/>
          </p:cNvCxnSpPr>
          <p:nvPr/>
        </p:nvCxnSpPr>
        <p:spPr>
          <a:xfrm flipV="1">
            <a:off x="4395551" y="1878840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xmlns="" id="{E258498A-F72E-7BC0-F991-07225D166DD2}"/>
              </a:ext>
            </a:extLst>
          </p:cNvPr>
          <p:cNvSpPr txBox="1"/>
          <p:nvPr/>
        </p:nvSpPr>
        <p:spPr>
          <a:xfrm>
            <a:off x="4519631" y="2339258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</a:rPr>
              <a:t>2</a:t>
            </a:r>
            <a:endParaRPr lang="ko-KR" altLang="en-US" sz="1080" i="1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xmlns="" id="{3A711B6F-3E56-28DD-0929-D75D25AF7328}"/>
              </a:ext>
            </a:extLst>
          </p:cNvPr>
          <p:cNvSpPr txBox="1"/>
          <p:nvPr/>
        </p:nvSpPr>
        <p:spPr>
          <a:xfrm>
            <a:off x="4060151" y="27543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xmlns="" id="{FD348BC5-41CF-5C53-6D3F-38BD5178B5E0}"/>
              </a:ext>
            </a:extLst>
          </p:cNvPr>
          <p:cNvCxnSpPr>
            <a:cxnSpLocks/>
          </p:cNvCxnSpPr>
          <p:nvPr/>
        </p:nvCxnSpPr>
        <p:spPr>
          <a:xfrm flipV="1">
            <a:off x="4395551" y="265633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50B2A717-1D67-AFC9-CCAE-4CFC697844C2}"/>
              </a:ext>
            </a:extLst>
          </p:cNvPr>
          <p:cNvSpPr txBox="1"/>
          <p:nvPr/>
        </p:nvSpPr>
        <p:spPr>
          <a:xfrm>
            <a:off x="4519631" y="311675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</a:rPr>
              <a:t>3</a:t>
            </a:r>
            <a:endParaRPr lang="ko-KR" altLang="en-US" sz="1080" i="1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xmlns="" id="{BCA06C95-D659-382D-D820-81F604F74DC8}"/>
              </a:ext>
            </a:extLst>
          </p:cNvPr>
          <p:cNvSpPr/>
          <p:nvPr/>
        </p:nvSpPr>
        <p:spPr>
          <a:xfrm>
            <a:off x="5732535" y="109114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xmlns="" id="{4D75E13B-8704-C4E0-AA4A-E901907937B1}"/>
              </a:ext>
            </a:extLst>
          </p:cNvPr>
          <p:cNvSpPr/>
          <p:nvPr/>
        </p:nvSpPr>
        <p:spPr>
          <a:xfrm>
            <a:off x="5732535" y="3944861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xmlns="" id="{AD8C4381-1C37-B585-6AF4-4B4A8BFB4542}"/>
              </a:ext>
            </a:extLst>
          </p:cNvPr>
          <p:cNvSpPr/>
          <p:nvPr/>
        </p:nvSpPr>
        <p:spPr>
          <a:xfrm>
            <a:off x="5732535" y="1874743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xmlns="" id="{AF105923-A9CB-A460-73BA-D6626604FCD9}"/>
              </a:ext>
            </a:extLst>
          </p:cNvPr>
          <p:cNvSpPr/>
          <p:nvPr/>
        </p:nvSpPr>
        <p:spPr>
          <a:xfrm>
            <a:off x="5732535" y="265633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07F7554C-17C8-5CF0-5D78-F6A305E9C2CC}"/>
              </a:ext>
            </a:extLst>
          </p:cNvPr>
          <p:cNvSpPr txBox="1"/>
          <p:nvPr/>
        </p:nvSpPr>
        <p:spPr>
          <a:xfrm>
            <a:off x="5736771" y="118911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xmlns="" id="{6C036B04-0A2A-8C8F-CADE-FB36739C1E06}"/>
              </a:ext>
            </a:extLst>
          </p:cNvPr>
          <p:cNvCxnSpPr>
            <a:cxnSpLocks/>
          </p:cNvCxnSpPr>
          <p:nvPr/>
        </p:nvCxnSpPr>
        <p:spPr>
          <a:xfrm flipV="1">
            <a:off x="6072171" y="109114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15681EA9-D82D-D179-995A-42C0CE7837D0}"/>
              </a:ext>
            </a:extLst>
          </p:cNvPr>
          <p:cNvSpPr txBox="1"/>
          <p:nvPr/>
        </p:nvSpPr>
        <p:spPr>
          <a:xfrm>
            <a:off x="6196251" y="155156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ko-KR" altLang="en-US" sz="1080" i="1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E8F1FCB2-4D6B-CD5D-CDFF-87E6D6FE5A92}"/>
              </a:ext>
            </a:extLst>
          </p:cNvPr>
          <p:cNvSpPr txBox="1"/>
          <p:nvPr/>
        </p:nvSpPr>
        <p:spPr>
          <a:xfrm>
            <a:off x="5736771" y="404283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xmlns="" id="{86811557-A557-33A3-B5C0-C6413B2D7AC0}"/>
              </a:ext>
            </a:extLst>
          </p:cNvPr>
          <p:cNvCxnSpPr>
            <a:cxnSpLocks/>
          </p:cNvCxnSpPr>
          <p:nvPr/>
        </p:nvCxnSpPr>
        <p:spPr>
          <a:xfrm flipV="1">
            <a:off x="6072171" y="3944862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254A42CB-63B2-F81A-10E5-62C4CDDD4866}"/>
              </a:ext>
            </a:extLst>
          </p:cNvPr>
          <p:cNvSpPr txBox="1"/>
          <p:nvPr/>
        </p:nvSpPr>
        <p:spPr>
          <a:xfrm>
            <a:off x="6092989" y="4391632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</a:rPr>
              <a:t> </a:t>
            </a:r>
            <a:r>
              <a:rPr lang="en-US" altLang="ko-KR" sz="1200" i="1" dirty="0" smtClean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</a:rPr>
              <a:t>128</a:t>
            </a:r>
            <a:endParaRPr lang="ko-KR" altLang="en-US" sz="1200" i="1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113" name="그림 112" descr="스크린샷, 원, 패턴, 다채로움이(가) 표시된 사진&#10;&#10;자동 생성된 설명">
            <a:extLst>
              <a:ext uri="{FF2B5EF4-FFF2-40B4-BE49-F238E27FC236}">
                <a16:creationId xmlns:a16="http://schemas.microsoft.com/office/drawing/2014/main" xmlns="" id="{ACFF492F-5959-D67D-AF16-2F9F65201A9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1" t="42660" r="91813" b="41313"/>
          <a:stretch/>
        </p:blipFill>
        <p:spPr>
          <a:xfrm>
            <a:off x="5911882" y="3381965"/>
            <a:ext cx="302222" cy="575598"/>
          </a:xfrm>
          <a:prstGeom prst="rect">
            <a:avLst/>
          </a:prstGeom>
          <a:noFill/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xmlns="" id="{B0CE3D94-AA21-3A34-8ED9-A9A5BE02444E}"/>
              </a:ext>
            </a:extLst>
          </p:cNvPr>
          <p:cNvSpPr txBox="1"/>
          <p:nvPr/>
        </p:nvSpPr>
        <p:spPr>
          <a:xfrm>
            <a:off x="5736771" y="197680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xmlns="" id="{82F7527B-64A5-56EF-DF33-3B081F597FB8}"/>
              </a:ext>
            </a:extLst>
          </p:cNvPr>
          <p:cNvCxnSpPr>
            <a:cxnSpLocks/>
          </p:cNvCxnSpPr>
          <p:nvPr/>
        </p:nvCxnSpPr>
        <p:spPr>
          <a:xfrm flipV="1">
            <a:off x="6072171" y="1878840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xmlns="" id="{94DF2663-CA99-0EAB-2630-DB92D4F47D24}"/>
              </a:ext>
            </a:extLst>
          </p:cNvPr>
          <p:cNvSpPr txBox="1"/>
          <p:nvPr/>
        </p:nvSpPr>
        <p:spPr>
          <a:xfrm>
            <a:off x="6196251" y="2339258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</a:rPr>
              <a:t>2</a:t>
            </a:r>
            <a:endParaRPr lang="ko-KR" altLang="en-US" sz="1080" i="1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xmlns="" id="{C6E91C30-63A3-75DB-5F34-796608593BDE}"/>
              </a:ext>
            </a:extLst>
          </p:cNvPr>
          <p:cNvSpPr txBox="1"/>
          <p:nvPr/>
        </p:nvSpPr>
        <p:spPr>
          <a:xfrm>
            <a:off x="5736771" y="27543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xmlns="" id="{45FB981A-FBFD-3053-4323-15C4E4679233}"/>
              </a:ext>
            </a:extLst>
          </p:cNvPr>
          <p:cNvCxnSpPr>
            <a:cxnSpLocks/>
          </p:cNvCxnSpPr>
          <p:nvPr/>
        </p:nvCxnSpPr>
        <p:spPr>
          <a:xfrm flipV="1">
            <a:off x="6072171" y="265633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xmlns="" id="{6435FE5F-F78E-0979-849D-AEC788BD8107}"/>
              </a:ext>
            </a:extLst>
          </p:cNvPr>
          <p:cNvSpPr txBox="1"/>
          <p:nvPr/>
        </p:nvSpPr>
        <p:spPr>
          <a:xfrm>
            <a:off x="6196251" y="311675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</a:rPr>
              <a:t>3</a:t>
            </a:r>
            <a:endParaRPr lang="ko-KR" altLang="en-US" sz="1080" i="1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xmlns="" id="{90DCEF47-3534-1FC2-4422-46BD786E8AB4}"/>
              </a:ext>
            </a:extLst>
          </p:cNvPr>
          <p:cNvSpPr/>
          <p:nvPr/>
        </p:nvSpPr>
        <p:spPr>
          <a:xfrm>
            <a:off x="7337820" y="109114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xmlns="" id="{0864DCD1-BAB2-3862-3382-EAD07F1A3A6A}"/>
              </a:ext>
            </a:extLst>
          </p:cNvPr>
          <p:cNvSpPr/>
          <p:nvPr/>
        </p:nvSpPr>
        <p:spPr>
          <a:xfrm>
            <a:off x="7337820" y="3944861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xmlns="" id="{7397C054-5F7F-0A4C-57CF-1168101CC42C}"/>
              </a:ext>
            </a:extLst>
          </p:cNvPr>
          <p:cNvSpPr/>
          <p:nvPr/>
        </p:nvSpPr>
        <p:spPr>
          <a:xfrm>
            <a:off x="7337820" y="1874743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3" name="사각형: 둥근 모서리 212">
            <a:extLst>
              <a:ext uri="{FF2B5EF4-FFF2-40B4-BE49-F238E27FC236}">
                <a16:creationId xmlns:a16="http://schemas.microsoft.com/office/drawing/2014/main" xmlns="" id="{F6616E8C-06FA-01F9-61D2-30ADC0B2D17A}"/>
              </a:ext>
            </a:extLst>
          </p:cNvPr>
          <p:cNvSpPr/>
          <p:nvPr/>
        </p:nvSpPr>
        <p:spPr>
          <a:xfrm>
            <a:off x="7337820" y="2656338"/>
            <a:ext cx="679270" cy="6792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xmlns="" id="{0B408CAE-4030-B140-A21E-93CA86216AF3}"/>
              </a:ext>
            </a:extLst>
          </p:cNvPr>
          <p:cNvSpPr txBox="1"/>
          <p:nvPr/>
        </p:nvSpPr>
        <p:spPr>
          <a:xfrm>
            <a:off x="7342056" y="118911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xmlns="" id="{921BC66D-633E-2D22-9C7B-02CEEC7C4DBF}"/>
              </a:ext>
            </a:extLst>
          </p:cNvPr>
          <p:cNvCxnSpPr>
            <a:cxnSpLocks/>
          </p:cNvCxnSpPr>
          <p:nvPr/>
        </p:nvCxnSpPr>
        <p:spPr>
          <a:xfrm flipV="1">
            <a:off x="7677456" y="109114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xmlns="" id="{DB48B2BA-4B74-D09A-F3B0-C178B235D903}"/>
              </a:ext>
            </a:extLst>
          </p:cNvPr>
          <p:cNvSpPr txBox="1"/>
          <p:nvPr/>
        </p:nvSpPr>
        <p:spPr>
          <a:xfrm>
            <a:off x="7801536" y="155156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lang="ko-KR" altLang="en-US" sz="1080" i="1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CC8DDF12-9074-11E4-4F06-D4B4D36A851C}"/>
              </a:ext>
            </a:extLst>
          </p:cNvPr>
          <p:cNvSpPr txBox="1"/>
          <p:nvPr/>
        </p:nvSpPr>
        <p:spPr>
          <a:xfrm>
            <a:off x="7342056" y="404283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xmlns="" id="{994D84E4-E837-66E7-84F6-F45FDE691358}"/>
              </a:ext>
            </a:extLst>
          </p:cNvPr>
          <p:cNvCxnSpPr>
            <a:cxnSpLocks/>
          </p:cNvCxnSpPr>
          <p:nvPr/>
        </p:nvCxnSpPr>
        <p:spPr>
          <a:xfrm flipV="1">
            <a:off x="7677456" y="3944862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xmlns="" id="{1A6889C5-2B07-2814-8A42-EC3EF4E417A0}"/>
              </a:ext>
            </a:extLst>
          </p:cNvPr>
          <p:cNvSpPr txBox="1"/>
          <p:nvPr/>
        </p:nvSpPr>
        <p:spPr>
          <a:xfrm>
            <a:off x="7719758" y="4380519"/>
            <a:ext cx="396262" cy="284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51" i="1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 </a:t>
            </a:r>
            <a:r>
              <a:rPr lang="en-US" altLang="ko-KR" sz="1251" i="1" dirty="0" smtClean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64</a:t>
            </a:r>
            <a:endParaRPr lang="ko-KR" altLang="en-US" sz="1251" i="1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159" name="그림 158" descr="스크린샷, 원, 패턴, 다채로움이(가) 표시된 사진&#10;&#10;자동 생성된 설명">
            <a:extLst>
              <a:ext uri="{FF2B5EF4-FFF2-40B4-BE49-F238E27FC236}">
                <a16:creationId xmlns:a16="http://schemas.microsoft.com/office/drawing/2014/main" xmlns="" id="{0F607F16-6890-C3E8-CE44-9927A851ADC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1" t="42660" r="91813" b="41313"/>
          <a:stretch/>
        </p:blipFill>
        <p:spPr>
          <a:xfrm>
            <a:off x="7517167" y="3381965"/>
            <a:ext cx="302222" cy="575598"/>
          </a:xfrm>
          <a:prstGeom prst="rect">
            <a:avLst/>
          </a:prstGeom>
          <a:noFill/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xmlns="" id="{FAE277E3-9E17-2D10-2E06-A1C43CEA335A}"/>
              </a:ext>
            </a:extLst>
          </p:cNvPr>
          <p:cNvSpPr txBox="1"/>
          <p:nvPr/>
        </p:nvSpPr>
        <p:spPr>
          <a:xfrm>
            <a:off x="7342056" y="1972712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xmlns="" id="{3AF1BA2E-11C7-99E9-2743-F0416718FB2A}"/>
              </a:ext>
            </a:extLst>
          </p:cNvPr>
          <p:cNvCxnSpPr>
            <a:cxnSpLocks/>
          </p:cNvCxnSpPr>
          <p:nvPr/>
        </p:nvCxnSpPr>
        <p:spPr>
          <a:xfrm flipV="1">
            <a:off x="7677456" y="1874744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xmlns="" id="{44392D70-E39D-EBA7-4253-7DDDC259FD7A}"/>
              </a:ext>
            </a:extLst>
          </p:cNvPr>
          <p:cNvSpPr txBox="1"/>
          <p:nvPr/>
        </p:nvSpPr>
        <p:spPr>
          <a:xfrm>
            <a:off x="7801536" y="233516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2</a:t>
            </a:r>
            <a:endParaRPr lang="ko-KR" altLang="en-US" sz="1080" i="1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xmlns="" id="{8B94D667-FA91-127A-4731-9AC4223EA95D}"/>
              </a:ext>
            </a:extLst>
          </p:cNvPr>
          <p:cNvSpPr txBox="1"/>
          <p:nvPr/>
        </p:nvSpPr>
        <p:spPr>
          <a:xfrm>
            <a:off x="7342056" y="27543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∑</a:t>
            </a:r>
            <a:endParaRPr lang="ko-KR" altLang="en-US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xmlns="" id="{CB5D762A-1AF8-BC2B-DF49-7E632AA5EB1A}"/>
              </a:ext>
            </a:extLst>
          </p:cNvPr>
          <p:cNvCxnSpPr>
            <a:cxnSpLocks/>
          </p:cNvCxnSpPr>
          <p:nvPr/>
        </p:nvCxnSpPr>
        <p:spPr>
          <a:xfrm flipV="1">
            <a:off x="7677456" y="2656339"/>
            <a:ext cx="0" cy="67926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xmlns="" id="{2B5F53DC-7C49-E03A-AA16-D1EF8F9BEECA}"/>
              </a:ext>
            </a:extLst>
          </p:cNvPr>
          <p:cNvSpPr txBox="1"/>
          <p:nvPr/>
        </p:nvSpPr>
        <p:spPr>
          <a:xfrm>
            <a:off x="7801536" y="311675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0" i="1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3</a:t>
            </a:r>
            <a:endParaRPr lang="ko-KR" altLang="en-US" sz="1080" i="1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xmlns="" id="{1A6889C5-2B07-2814-8A42-EC3EF4E417A0}"/>
              </a:ext>
            </a:extLst>
          </p:cNvPr>
          <p:cNvSpPr txBox="1"/>
          <p:nvPr/>
        </p:nvSpPr>
        <p:spPr>
          <a:xfrm>
            <a:off x="9126548" y="844310"/>
            <a:ext cx="16227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i="1" dirty="0" smtClean="0">
                <a:solidFill>
                  <a:srgbClr val="AC8300"/>
                </a:solidFill>
                <a:latin typeface="Cambria Math" panose="02040503050406030204" pitchFamily="18" charset="0"/>
              </a:rPr>
              <a:t>Binary </a:t>
            </a:r>
            <a:r>
              <a:rPr lang="en-US" altLang="ko-KR" sz="1300" i="1" dirty="0" err="1" smtClean="0">
                <a:solidFill>
                  <a:srgbClr val="AC8300"/>
                </a:solidFill>
                <a:latin typeface="Cambria Math" panose="02040503050406030204" pitchFamily="18" charset="0"/>
              </a:rPr>
              <a:t>logit</a:t>
            </a:r>
            <a:endParaRPr lang="ko-KR" altLang="en-US" sz="1300" i="1" dirty="0">
              <a:solidFill>
                <a:srgbClr val="AC8300"/>
              </a:solidFill>
              <a:latin typeface="Cambria Math" panose="020405030504060302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3421" y="837487"/>
            <a:ext cx="7817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itchFamily="18" charset="0"/>
                <a:ea typeface="Cambria Math" pitchFamily="18" charset="0"/>
              </a:rPr>
              <a:t>Feature</a:t>
            </a:r>
            <a:endParaRPr lang="ko-KR" altLang="en-US" sz="1300" i="1" dirty="0">
              <a:solidFill>
                <a:schemeClr val="tx1">
                  <a:lumMod val="85000"/>
                  <a:lumOff val="15000"/>
                </a:schemeClr>
              </a:solidFill>
              <a:latin typeface="Cambria Math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9654" y="713676"/>
            <a:ext cx="13134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itchFamily="18" charset="0"/>
                <a:ea typeface="Cambria Math" pitchFamily="18" charset="0"/>
              </a:rPr>
              <a:t>Dropout (p=0.35)</a:t>
            </a:r>
            <a:endParaRPr lang="ko-KR" altLang="en-US" sz="1100" dirty="0">
              <a:solidFill>
                <a:schemeClr val="tx2">
                  <a:lumMod val="90000"/>
                  <a:lumOff val="10000"/>
                </a:schemeClr>
              </a:solidFill>
              <a:latin typeface="Cambria Math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5377166" y="713676"/>
            <a:ext cx="13134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Dropout (p=0.35)</a:t>
            </a:r>
            <a:endParaRPr lang="ko-KR" altLang="en-US" sz="1100" dirty="0">
              <a:solidFill>
                <a:schemeClr val="accent2">
                  <a:lumMod val="75000"/>
                </a:schemeClr>
              </a:solidFill>
              <a:latin typeface="Cambria Math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7020737" y="713676"/>
            <a:ext cx="13134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Dropout (p=0.35)</a:t>
            </a:r>
            <a:endParaRPr lang="ko-KR" altLang="en-US" sz="1100" dirty="0">
              <a:solidFill>
                <a:schemeClr val="accent6">
                  <a:lumMod val="75000"/>
                </a:schemeClr>
              </a:solidFill>
              <a:latin typeface="Cambria Math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C66944D3-C0A8-A0D2-364B-C486360FD767}"/>
              </a:ext>
            </a:extLst>
          </p:cNvPr>
          <p:cNvSpPr txBox="1"/>
          <p:nvPr/>
        </p:nvSpPr>
        <p:spPr>
          <a:xfrm>
            <a:off x="4247229" y="4120271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0BF8073F-749F-FEE2-60B9-DAC42A406DD8}"/>
              </a:ext>
            </a:extLst>
          </p:cNvPr>
          <p:cNvSpPr txBox="1"/>
          <p:nvPr/>
        </p:nvSpPr>
        <p:spPr>
          <a:xfrm>
            <a:off x="4247229" y="126655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 smtClean="0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xmlns="" id="{664D507F-288E-4979-1372-D7CE74A289CF}"/>
              </a:ext>
            </a:extLst>
          </p:cNvPr>
          <p:cNvSpPr txBox="1"/>
          <p:nvPr/>
        </p:nvSpPr>
        <p:spPr>
          <a:xfrm>
            <a:off x="4247229" y="2054249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xmlns="" id="{2B20E9E2-712B-B167-2471-7261072A3BE8}"/>
              </a:ext>
            </a:extLst>
          </p:cNvPr>
          <p:cNvSpPr txBox="1"/>
          <p:nvPr/>
        </p:nvSpPr>
        <p:spPr>
          <a:xfrm>
            <a:off x="4247229" y="283174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tx2">
                  <a:lumMod val="90000"/>
                  <a:lumOff val="1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DB1A8529-AFFD-6160-00ED-26E479E5B3AE}"/>
              </a:ext>
            </a:extLst>
          </p:cNvPr>
          <p:cNvSpPr txBox="1"/>
          <p:nvPr/>
        </p:nvSpPr>
        <p:spPr>
          <a:xfrm>
            <a:off x="5923849" y="126655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1DD5D1FC-12A3-A2F5-4CC4-C6E0771AD94F}"/>
              </a:ext>
            </a:extLst>
          </p:cNvPr>
          <p:cNvSpPr txBox="1"/>
          <p:nvPr/>
        </p:nvSpPr>
        <p:spPr>
          <a:xfrm>
            <a:off x="5923849" y="4120271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 smtClean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xmlns="" id="{172A9567-B3E8-DA1E-9F84-F8F3500E2575}"/>
              </a:ext>
            </a:extLst>
          </p:cNvPr>
          <p:cNvSpPr txBox="1"/>
          <p:nvPr/>
        </p:nvSpPr>
        <p:spPr>
          <a:xfrm>
            <a:off x="5923849" y="2054249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xmlns="" id="{1F5F052C-A8B6-0C67-C7E0-BF291305CD9D}"/>
              </a:ext>
            </a:extLst>
          </p:cNvPr>
          <p:cNvSpPr txBox="1"/>
          <p:nvPr/>
        </p:nvSpPr>
        <p:spPr>
          <a:xfrm>
            <a:off x="5923849" y="283174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xmlns="" id="{81DB1571-DF7C-36F8-22D2-48AE0B0F8423}"/>
              </a:ext>
            </a:extLst>
          </p:cNvPr>
          <p:cNvSpPr txBox="1"/>
          <p:nvPr/>
        </p:nvSpPr>
        <p:spPr>
          <a:xfrm>
            <a:off x="7529134" y="126655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 smtClean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xmlns="" id="{F15224C4-32DB-3F88-D013-1DFB7D2C6F29}"/>
              </a:ext>
            </a:extLst>
          </p:cNvPr>
          <p:cNvSpPr txBox="1"/>
          <p:nvPr/>
        </p:nvSpPr>
        <p:spPr>
          <a:xfrm>
            <a:off x="7529134" y="4120271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xmlns="" id="{23D8E597-BC08-1415-64B4-95FE8540C508}"/>
              </a:ext>
            </a:extLst>
          </p:cNvPr>
          <p:cNvSpPr txBox="1"/>
          <p:nvPr/>
        </p:nvSpPr>
        <p:spPr>
          <a:xfrm>
            <a:off x="7529134" y="2050153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xmlns="" id="{64D8ABB7-A961-6271-737A-CB8B6085D87C}"/>
              </a:ext>
            </a:extLst>
          </p:cNvPr>
          <p:cNvSpPr txBox="1"/>
          <p:nvPr/>
        </p:nvSpPr>
        <p:spPr>
          <a:xfrm>
            <a:off x="7529134" y="2831748"/>
            <a:ext cx="614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ReLU</a:t>
            </a:r>
            <a:endParaRPr lang="ko-KR" altLang="en-US" sz="12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2190736" y="1115434"/>
            <a:ext cx="1323833" cy="3910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err="1" smtClean="0">
                <a:solidFill>
                  <a:schemeClr val="accent1"/>
                </a:solidFill>
                <a:latin typeface="Cambria Math" pitchFamily="18" charset="0"/>
                <a:ea typeface="Cambria Math" pitchFamily="18" charset="0"/>
              </a:rPr>
              <a:t>BatchNorm</a:t>
            </a:r>
            <a:r>
              <a:rPr lang="en-US" altLang="ko-KR" sz="1100" b="1" dirty="0" smtClean="0">
                <a:solidFill>
                  <a:schemeClr val="accent1"/>
                </a:solidFill>
                <a:latin typeface="Cambria Math" pitchFamily="18" charset="0"/>
                <a:ea typeface="Cambria Math" pitchFamily="18" charset="0"/>
              </a:rPr>
              <a:t> (80</a:t>
            </a:r>
            <a:r>
              <a:rPr lang="en-US" altLang="ko-KR" sz="1100" b="1" dirty="0">
                <a:solidFill>
                  <a:schemeClr val="accent1"/>
                </a:solidFill>
                <a:latin typeface="Cambria Math" pitchFamily="18" charset="0"/>
                <a:ea typeface="Cambria Math" pitchFamily="18" charset="0"/>
              </a:rPr>
              <a:t>, n)</a:t>
            </a:r>
            <a:endParaRPr lang="ko-KR" altLang="en-US" sz="1100" b="1" dirty="0">
              <a:solidFill>
                <a:schemeClr val="accent1"/>
              </a:solidFill>
              <a:latin typeface="Cambria Math" pitchFamily="18" charset="0"/>
            </a:endParaRPr>
          </a:p>
        </p:txBody>
      </p:sp>
      <p:cxnSp>
        <p:nvCxnSpPr>
          <p:cNvPr id="450" name="직선 화살표 연결선 449"/>
          <p:cNvCxnSpPr/>
          <p:nvPr/>
        </p:nvCxnSpPr>
        <p:spPr>
          <a:xfrm>
            <a:off x="10198355" y="2719708"/>
            <a:ext cx="888763" cy="0"/>
          </a:xfrm>
          <a:prstGeom prst="straightConnector1">
            <a:avLst/>
          </a:prstGeom>
          <a:ln>
            <a:solidFill>
              <a:srgbClr val="AC8300">
                <a:alpha val="65882"/>
              </a:srgb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11093942" y="2553109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(0, 1)</a:t>
            </a:r>
            <a:endParaRPr lang="ko-KR" altLang="en-US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xmlns="" id="{1A6889C5-2B07-2814-8A42-EC3EF4E417A0}"/>
              </a:ext>
            </a:extLst>
          </p:cNvPr>
          <p:cNvSpPr txBox="1"/>
          <p:nvPr/>
        </p:nvSpPr>
        <p:spPr>
          <a:xfrm>
            <a:off x="10610366" y="2327201"/>
            <a:ext cx="16227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i="1" dirty="0" smtClean="0">
                <a:solidFill>
                  <a:schemeClr val="accent1"/>
                </a:solidFill>
                <a:latin typeface="Cambria Math" panose="02040503050406030204" pitchFamily="18" charset="0"/>
              </a:rPr>
              <a:t>Predict (sigmoid)</a:t>
            </a:r>
            <a:endParaRPr lang="ko-KR" altLang="en-US" sz="1300" b="1" i="1" dirty="0">
              <a:solidFill>
                <a:schemeClr val="accent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83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854" y="1267486"/>
            <a:ext cx="115819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인풋레이어에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n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노드수가</a:t>
            </a:r>
            <a:r>
              <a:rPr lang="ko-KR" altLang="en-US" dirty="0" smtClean="0"/>
              <a:t> 들어갑니다</a:t>
            </a:r>
            <a:r>
              <a:rPr lang="en-US" altLang="ko-KR" dirty="0" smtClean="0"/>
              <a:t>. 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feature(</a:t>
            </a:r>
            <a:r>
              <a:rPr lang="ko-KR" altLang="en-US" dirty="0" smtClean="0"/>
              <a:t>특징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컬럼</a:t>
            </a:r>
            <a:r>
              <a:rPr lang="en-US" altLang="ko-KR" dirty="0" smtClean="0"/>
              <a:t>) </a:t>
            </a:r>
            <a:r>
              <a:rPr lang="ko-KR" altLang="en-US" dirty="0" smtClean="0"/>
              <a:t>수와 동일합니다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확정 숫자가 아니라 </a:t>
            </a:r>
            <a:r>
              <a:rPr lang="en-US" altLang="ko-KR" dirty="0" smtClean="0"/>
              <a:t>n</a:t>
            </a:r>
            <a:r>
              <a:rPr lang="ko-KR" altLang="en-US" dirty="0" smtClean="0"/>
              <a:t>으로 해놓은 이유는 </a:t>
            </a:r>
            <a:r>
              <a:rPr lang="en-US" altLang="ko-KR" dirty="0" smtClean="0"/>
              <a:t>e0 ~ e3.1</a:t>
            </a:r>
            <a:r>
              <a:rPr lang="ko-KR" altLang="en-US" dirty="0" smtClean="0"/>
              <a:t>하면서 </a:t>
            </a:r>
            <a:r>
              <a:rPr lang="ko-KR" altLang="en-US" dirty="0" err="1" smtClean="0"/>
              <a:t>컬럼수가</a:t>
            </a:r>
            <a:r>
              <a:rPr lang="ko-KR" altLang="en-US" dirty="0" smtClean="0"/>
              <a:t> 변했기 때문에 그냥 </a:t>
            </a:r>
            <a:r>
              <a:rPr lang="en-US" altLang="ko-KR" dirty="0" smtClean="0"/>
              <a:t>n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퉁쳐놨습니다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Batch</a:t>
            </a:r>
            <a:r>
              <a:rPr lang="ko-KR" altLang="en-US" dirty="0" smtClean="0"/>
              <a:t>사이즈는 </a:t>
            </a:r>
            <a:r>
              <a:rPr lang="en-US" altLang="ko-KR" dirty="0" smtClean="0"/>
              <a:t>80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 80</a:t>
            </a:r>
            <a:r>
              <a:rPr lang="ko-KR" altLang="en-US" dirty="0" smtClean="0"/>
              <a:t>은 그냥 데이터 개수입니다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우리 학습에 사용한 데이터 숫자가 </a:t>
            </a:r>
            <a:r>
              <a:rPr lang="en-US" altLang="ko-KR" dirty="0" smtClean="0"/>
              <a:t>6</a:t>
            </a:r>
            <a:r>
              <a:rPr lang="ko-KR" altLang="en-US" dirty="0" smtClean="0"/>
              <a:t>만개라면 </a:t>
            </a:r>
            <a:r>
              <a:rPr lang="en-US" altLang="ko-KR" dirty="0" smtClean="0"/>
              <a:t>80</a:t>
            </a:r>
            <a:r>
              <a:rPr lang="ko-KR" altLang="en-US" dirty="0" smtClean="0"/>
              <a:t>개씩 </a:t>
            </a:r>
            <a:endParaRPr lang="en-US" altLang="ko-KR" dirty="0" smtClean="0"/>
          </a:p>
          <a:p>
            <a:r>
              <a:rPr lang="ko-KR" altLang="en-US" dirty="0" smtClean="0"/>
              <a:t>쪼개서 학습한다는 말입니다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r>
              <a:rPr lang="en-US" altLang="ko-KR" dirty="0" smtClean="0"/>
              <a:t>Dropout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과적합을</a:t>
            </a:r>
            <a:r>
              <a:rPr lang="ko-KR" altLang="en-US" dirty="0" smtClean="0"/>
              <a:t> 방지하기 위해 사용합니다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err="1"/>
              <a:t>출력층에서는</a:t>
            </a:r>
            <a:r>
              <a:rPr lang="ko-KR" altLang="en-US" dirty="0"/>
              <a:t> </a:t>
            </a:r>
            <a:r>
              <a:rPr lang="ko-KR" altLang="en-US" dirty="0" err="1"/>
              <a:t>로짓</a:t>
            </a:r>
            <a:r>
              <a:rPr lang="en-US" altLang="ko-KR" dirty="0"/>
              <a:t>(</a:t>
            </a:r>
            <a:r>
              <a:rPr lang="en-US" altLang="ko-KR" dirty="0" err="1"/>
              <a:t>logit</a:t>
            </a:r>
            <a:r>
              <a:rPr lang="en-US" altLang="ko-KR" dirty="0"/>
              <a:t>) </a:t>
            </a:r>
            <a:r>
              <a:rPr lang="ko-KR" altLang="en-US" dirty="0"/>
              <a:t>값을 출력하므로</a:t>
            </a:r>
            <a:r>
              <a:rPr lang="en-US" altLang="ko-KR" dirty="0"/>
              <a:t>, </a:t>
            </a:r>
            <a:r>
              <a:rPr lang="ko-KR" altLang="en-US" dirty="0" err="1"/>
              <a:t>예측값은</a:t>
            </a:r>
            <a:r>
              <a:rPr lang="ko-KR" altLang="en-US" dirty="0"/>
              <a:t> 실수 전 범위</a:t>
            </a:r>
            <a:r>
              <a:rPr lang="en-US" altLang="ko-KR" dirty="0"/>
              <a:t>(−∞, +∞)</a:t>
            </a:r>
            <a:r>
              <a:rPr lang="ko-KR" altLang="en-US" dirty="0"/>
              <a:t>에서 나타납니다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ko-KR" altLang="en-US" dirty="0" smtClean="0"/>
              <a:t>이후 </a:t>
            </a:r>
            <a:r>
              <a:rPr lang="ko-KR" altLang="en-US" dirty="0" err="1"/>
              <a:t>시그모이드</a:t>
            </a:r>
            <a:r>
              <a:rPr lang="en-US" altLang="ko-KR" dirty="0"/>
              <a:t>(sigmoid) </a:t>
            </a:r>
            <a:r>
              <a:rPr lang="ko-KR" altLang="en-US" dirty="0"/>
              <a:t>함수를 적용하여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사이의 </a:t>
            </a:r>
            <a:r>
              <a:rPr lang="ko-KR" altLang="en-US" dirty="0" err="1"/>
              <a:t>확률값으로</a:t>
            </a:r>
            <a:r>
              <a:rPr lang="ko-KR" altLang="en-US" dirty="0"/>
              <a:t> 변환합니다</a:t>
            </a:r>
            <a:r>
              <a:rPr lang="en-US" altLang="ko-KR"/>
              <a:t>. </a:t>
            </a:r>
            <a:endParaRPr lang="en-US" altLang="ko-KR" smtClean="0"/>
          </a:p>
          <a:p>
            <a:r>
              <a:rPr lang="ko-KR" altLang="en-US" smtClean="0"/>
              <a:t>분류를 </a:t>
            </a:r>
            <a:r>
              <a:rPr lang="ko-KR" altLang="en-US" dirty="0"/>
              <a:t>위한 </a:t>
            </a:r>
            <a:r>
              <a:rPr lang="ko-KR" altLang="en-US" dirty="0" err="1"/>
              <a:t>임계값</a:t>
            </a:r>
            <a:r>
              <a:rPr lang="en-US" altLang="ko-KR" dirty="0"/>
              <a:t>(threshold)</a:t>
            </a:r>
            <a:r>
              <a:rPr lang="ko-KR" altLang="en-US" dirty="0"/>
              <a:t>은 </a:t>
            </a:r>
            <a:r>
              <a:rPr lang="en-US" altLang="ko-KR" dirty="0"/>
              <a:t>0.5</a:t>
            </a:r>
            <a:r>
              <a:rPr lang="ko-KR" altLang="en-US" dirty="0"/>
              <a:t>로 설정했습니다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355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9424</TotalTime>
  <Words>215</Words>
  <Application>Microsoft Office PowerPoint</Application>
  <PresentationFormat>사용자 지정</PresentationFormat>
  <Paragraphs>65</Paragraphs>
  <Slides>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leegyubin@soongsil.ac.kr</dc:creator>
  <cp:lastModifiedBy>Playdata</cp:lastModifiedBy>
  <cp:revision>18</cp:revision>
  <dcterms:created xsi:type="dcterms:W3CDTF">2024-05-05T13:35:12Z</dcterms:created>
  <dcterms:modified xsi:type="dcterms:W3CDTF">2025-12-19T08:48:06Z</dcterms:modified>
</cp:coreProperties>
</file>